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 varScale="1">
        <p:scale>
          <a:sx n="64" d="100"/>
          <a:sy n="64" d="100"/>
        </p:scale>
        <p:origin x="11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8F4-5385-4FEE-8259-8A60398E5D94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E372-DABC-4187-B6DC-9572A9CEBA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601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8F4-5385-4FEE-8259-8A60398E5D94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E372-DABC-4187-B6DC-9572A9CEBA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155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8F4-5385-4FEE-8259-8A60398E5D94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E372-DABC-4187-B6DC-9572A9CEBA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5678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8F4-5385-4FEE-8259-8A60398E5D94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E372-DABC-4187-B6DC-9572A9CEBA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381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8F4-5385-4FEE-8259-8A60398E5D94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E372-DABC-4187-B6DC-9572A9CEBA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894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8F4-5385-4FEE-8259-8A60398E5D94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E372-DABC-4187-B6DC-9572A9CEBA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124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8F4-5385-4FEE-8259-8A60398E5D94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E372-DABC-4187-B6DC-9572A9CEBA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7831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8F4-5385-4FEE-8259-8A60398E5D94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E372-DABC-4187-B6DC-9572A9CEBA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9416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8F4-5385-4FEE-8259-8A60398E5D94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E372-DABC-4187-B6DC-9572A9CEBA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1651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8F4-5385-4FEE-8259-8A60398E5D94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E372-DABC-4187-B6DC-9572A9CEBA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8370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8F4-5385-4FEE-8259-8A60398E5D94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E372-DABC-4187-B6DC-9572A9CEBA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7192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8F4-5385-4FEE-8259-8A60398E5D94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E372-DABC-4187-B6DC-9572A9CEBA85}" type="slidenum">
              <a:rPr lang="es-ES" smtClean="0"/>
              <a:t>‹Nº›</a:t>
            </a:fld>
            <a:endParaRPr lang="es-E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9230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8F4-5385-4FEE-8259-8A60398E5D94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E372-DABC-4187-B6DC-9572A9CEBA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4610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8F4-5385-4FEE-8259-8A60398E5D94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E372-DABC-4187-B6DC-9572A9CEBA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9856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8F4-5385-4FEE-8259-8A60398E5D94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E372-DABC-4187-B6DC-9572A9CEBA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66350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8F4-5385-4FEE-8259-8A60398E5D94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E372-DABC-4187-B6DC-9572A9CEBA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45713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F8F4-5385-4FEE-8259-8A60398E5D94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FE372-DABC-4187-B6DC-9572A9CEBA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440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FB0F8F4-5385-4FEE-8259-8A60398E5D94}" type="datetimeFigureOut">
              <a:rPr lang="es-ES" smtClean="0"/>
              <a:t>26/06/2025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FE372-DABC-4187-B6DC-9572A9CEBA8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13562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CA09F2-DB49-D3CA-324C-EFC9895D3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83155"/>
            <a:ext cx="9144000" cy="2387600"/>
          </a:xfrm>
        </p:spPr>
        <p:txBody>
          <a:bodyPr/>
          <a:lstStyle/>
          <a:p>
            <a:r>
              <a:rPr lang="es-ES" dirty="0"/>
              <a:t>CACHIMBLOQUES: HERRAMIENTA LÚDICA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05257D-D3C0-916B-95DF-6B694D93EF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7898" y="4040870"/>
            <a:ext cx="8637072" cy="2704704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Aparajita" panose="020B0502040204020203" pitchFamily="18" charset="0"/>
                <a:cs typeface="Aparajita" panose="020B0502040204020203" pitchFamily="18" charset="0"/>
              </a:rPr>
              <a:t>Integrantes:</a:t>
            </a:r>
          </a:p>
          <a:p>
            <a:pPr marL="342900" indent="-342900">
              <a:buFontTx/>
              <a:buChar char="-"/>
            </a:pPr>
            <a:r>
              <a:rPr lang="es-ES" sz="2400" b="1" dirty="0">
                <a:latin typeface="Aparajita" panose="020B0502040204020203" pitchFamily="18" charset="0"/>
                <a:cs typeface="Aparajita" panose="020B0502040204020203" pitchFamily="18" charset="0"/>
              </a:rPr>
              <a:t>Luis Cuyate </a:t>
            </a:r>
            <a:r>
              <a:rPr lang="es-ES" sz="2400" b="1" dirty="0" err="1">
                <a:latin typeface="Aparajita" panose="020B0502040204020203" pitchFamily="18" charset="0"/>
                <a:cs typeface="Aparajita" panose="020B0502040204020203" pitchFamily="18" charset="0"/>
              </a:rPr>
              <a:t>Mimbela</a:t>
            </a:r>
            <a:endParaRPr lang="es-ES" sz="2400" b="1" dirty="0">
              <a:latin typeface="Aparajita" panose="020B0502040204020203" pitchFamily="18" charset="0"/>
              <a:cs typeface="Aparajita" panose="020B0502040204020203" pitchFamily="18" charset="0"/>
            </a:endParaRPr>
          </a:p>
          <a:p>
            <a:pPr marL="342900" indent="-342900">
              <a:buFontTx/>
              <a:buChar char="-"/>
            </a:pPr>
            <a:r>
              <a:rPr lang="es-ES" sz="2400" b="1" dirty="0">
                <a:latin typeface="Aparajita" panose="020B0502040204020203" pitchFamily="18" charset="0"/>
                <a:cs typeface="Aparajita" panose="020B0502040204020203" pitchFamily="18" charset="0"/>
              </a:rPr>
              <a:t>Ever Altamirano García</a:t>
            </a:r>
          </a:p>
          <a:p>
            <a:pPr marL="342900" indent="-342900">
              <a:buFontTx/>
              <a:buChar char="-"/>
            </a:pPr>
            <a:r>
              <a:rPr lang="es-ES" sz="2400" b="1" dirty="0" err="1">
                <a:latin typeface="Aparajita" panose="020B0502040204020203" pitchFamily="18" charset="0"/>
                <a:cs typeface="Aparajita" panose="020B0502040204020203" pitchFamily="18" charset="0"/>
              </a:rPr>
              <a:t>Joaquin</a:t>
            </a:r>
            <a:r>
              <a:rPr lang="es-ES" sz="2400" b="1" dirty="0">
                <a:latin typeface="Aparajita" panose="020B0502040204020203" pitchFamily="18" charset="0"/>
                <a:cs typeface="Aparajita" panose="020B0502040204020203" pitchFamily="18" charset="0"/>
              </a:rPr>
              <a:t> </a:t>
            </a:r>
            <a:r>
              <a:rPr lang="es-ES" sz="2400" b="1" dirty="0" err="1">
                <a:latin typeface="Aparajita" panose="020B0502040204020203" pitchFamily="18" charset="0"/>
                <a:cs typeface="Aparajita" panose="020B0502040204020203" pitchFamily="18" charset="0"/>
              </a:rPr>
              <a:t>Moriano</a:t>
            </a:r>
            <a:r>
              <a:rPr lang="es-ES" sz="2400" b="1" dirty="0">
                <a:latin typeface="Aparajita" panose="020B0502040204020203" pitchFamily="18" charset="0"/>
                <a:cs typeface="Aparajita" panose="020B0502040204020203" pitchFamily="18" charset="0"/>
              </a:rPr>
              <a:t> Chipana</a:t>
            </a:r>
          </a:p>
        </p:txBody>
      </p:sp>
    </p:spTree>
    <p:extLst>
      <p:ext uri="{BB962C8B-B14F-4D97-AF65-F5344CB8AC3E}">
        <p14:creationId xmlns:p14="http://schemas.microsoft.com/office/powerpoint/2010/main" val="222165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3862EE5-2052-0C57-A0DC-D629AB46F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0" y="650240"/>
            <a:ext cx="10561320" cy="552672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dirty="0" err="1"/>
              <a:t>import</a:t>
            </a:r>
            <a:r>
              <a:rPr lang="es-ES" dirty="0"/>
              <a:t> </a:t>
            </a:r>
            <a:r>
              <a:rPr lang="es-ES" dirty="0" err="1"/>
              <a:t>pygame</a:t>
            </a:r>
            <a:endParaRPr lang="es-ES" dirty="0"/>
          </a:p>
          <a:p>
            <a:pPr marL="0" indent="0">
              <a:buNone/>
            </a:pPr>
            <a:r>
              <a:rPr lang="es-ES" dirty="0" err="1"/>
              <a:t>import</a:t>
            </a:r>
            <a:r>
              <a:rPr lang="es-ES" dirty="0"/>
              <a:t> time</a:t>
            </a:r>
          </a:p>
          <a:p>
            <a:pPr marL="0" indent="0">
              <a:buNone/>
            </a:pPr>
            <a:r>
              <a:rPr lang="es-ES" dirty="0" err="1"/>
              <a:t>import</a:t>
            </a:r>
            <a:r>
              <a:rPr lang="es-ES" dirty="0"/>
              <a:t> </a:t>
            </a:r>
            <a:r>
              <a:rPr lang="es-ES" dirty="0" err="1"/>
              <a:t>random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# Inicialización de </a:t>
            </a:r>
            <a:r>
              <a:rPr lang="es-ES" dirty="0" err="1"/>
              <a:t>Pygame</a:t>
            </a:r>
            <a:r>
              <a:rPr lang="es-ES" dirty="0"/>
              <a:t> y configuración de pantalla</a:t>
            </a:r>
          </a:p>
          <a:p>
            <a:pPr marL="0" indent="0">
              <a:buNone/>
            </a:pPr>
            <a:r>
              <a:rPr lang="es-ES" dirty="0" err="1"/>
              <a:t>pygame.init</a:t>
            </a:r>
            <a:r>
              <a:rPr lang="es-ES" dirty="0"/>
              <a:t>()</a:t>
            </a:r>
          </a:p>
          <a:p>
            <a:pPr marL="0" indent="0">
              <a:buNone/>
            </a:pPr>
            <a:r>
              <a:rPr lang="es-ES" dirty="0"/>
              <a:t>ANCHO, ALTO = 900, 600</a:t>
            </a:r>
          </a:p>
          <a:p>
            <a:pPr marL="0" indent="0">
              <a:buNone/>
            </a:pPr>
            <a:r>
              <a:rPr lang="es-ES" dirty="0"/>
              <a:t>AREAJUEGO = </a:t>
            </a:r>
            <a:r>
              <a:rPr lang="es-ES" dirty="0" err="1"/>
              <a:t>pygame.display.set_mode</a:t>
            </a:r>
            <a:r>
              <a:rPr lang="es-ES" dirty="0"/>
              <a:t>((ANCHO, ALTO))</a:t>
            </a:r>
          </a:p>
          <a:p>
            <a:pPr marL="0" indent="0">
              <a:buNone/>
            </a:pPr>
            <a:r>
              <a:rPr lang="es-ES" dirty="0" err="1"/>
              <a:t>pygame.display.set_caption</a:t>
            </a:r>
            <a:r>
              <a:rPr lang="es-ES" dirty="0"/>
              <a:t>('</a:t>
            </a:r>
            <a:r>
              <a:rPr lang="es-ES" dirty="0" err="1"/>
              <a:t>Arkanoid</a:t>
            </a:r>
            <a:r>
              <a:rPr lang="es-ES" dirty="0"/>
              <a:t> del 3er mundo')</a:t>
            </a:r>
          </a:p>
          <a:p>
            <a:pPr marL="0" indent="0">
              <a:buNone/>
            </a:pPr>
            <a:r>
              <a:rPr lang="es-ES" dirty="0"/>
              <a:t>FPS = 60</a:t>
            </a:r>
          </a:p>
          <a:p>
            <a:pPr marL="0" indent="0">
              <a:buNone/>
            </a:pPr>
            <a:r>
              <a:rPr lang="es-ES" dirty="0"/>
              <a:t>RELOJ = </a:t>
            </a:r>
            <a:r>
              <a:rPr lang="es-ES" dirty="0" err="1"/>
              <a:t>pygame.time.Clock</a:t>
            </a:r>
            <a:r>
              <a:rPr lang="es-ES" dirty="0"/>
              <a:t>()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# Colores y dimensiones</a:t>
            </a:r>
          </a:p>
          <a:p>
            <a:pPr marL="0" indent="0">
              <a:buNone/>
            </a:pPr>
            <a:r>
              <a:rPr lang="es-ES" dirty="0"/>
              <a:t>NEGRO = (0, 0, 0)</a:t>
            </a:r>
          </a:p>
          <a:p>
            <a:pPr marL="0" indent="0">
              <a:buNone/>
            </a:pPr>
            <a:r>
              <a:rPr lang="es-ES" dirty="0"/>
              <a:t>BLANCO = (255, 255, 255)</a:t>
            </a:r>
          </a:p>
          <a:p>
            <a:pPr marL="0" indent="0">
              <a:buNone/>
            </a:pPr>
            <a:r>
              <a:rPr lang="es-ES" dirty="0"/>
              <a:t>JANCHO, JALTO = 100, 20</a:t>
            </a:r>
          </a:p>
          <a:p>
            <a:pPr marL="0" indent="0">
              <a:buNone/>
            </a:pPr>
            <a:r>
              <a:rPr lang="es-ES" dirty="0"/>
              <a:t>BALL_SIZE = 15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6080FA7-957B-8975-8D3A-D8C1983189A6}"/>
              </a:ext>
            </a:extLst>
          </p:cNvPr>
          <p:cNvSpPr/>
          <p:nvPr/>
        </p:nvSpPr>
        <p:spPr>
          <a:xfrm>
            <a:off x="7216877" y="894735"/>
            <a:ext cx="4182643" cy="52822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/>
              <a:t>En esta parte del código importamos las librerías necesarias:</a:t>
            </a:r>
          </a:p>
          <a:p>
            <a:pPr marL="285750" indent="-285750">
              <a:buFontTx/>
              <a:buChar char="-"/>
            </a:pPr>
            <a:r>
              <a:rPr lang="es-ES" dirty="0" err="1"/>
              <a:t>pygame</a:t>
            </a:r>
            <a:r>
              <a:rPr lang="es-ES" dirty="0"/>
              <a:t> para gráficos y eventos de teclado.</a:t>
            </a:r>
          </a:p>
          <a:p>
            <a:pPr marL="285750" indent="-285750">
              <a:buFontTx/>
              <a:buChar char="-"/>
            </a:pPr>
            <a:r>
              <a:rPr lang="es-ES" dirty="0"/>
              <a:t>time para pausas y control de flujo.</a:t>
            </a:r>
          </a:p>
          <a:p>
            <a:pPr marL="285750" indent="-285750">
              <a:buFontTx/>
              <a:buChar char="-"/>
            </a:pPr>
            <a:r>
              <a:rPr lang="es-ES" dirty="0" err="1"/>
              <a:t>random</a:t>
            </a:r>
            <a:r>
              <a:rPr lang="es-ES" dirty="0"/>
              <a:t> para generar colores aleatorios en los bloques.</a:t>
            </a:r>
          </a:p>
          <a:p>
            <a:r>
              <a:rPr lang="es-ES" dirty="0"/>
              <a:t>Luego inicializamos </a:t>
            </a:r>
            <a:r>
              <a:rPr lang="es-ES" dirty="0" err="1"/>
              <a:t>pygame</a:t>
            </a:r>
            <a:r>
              <a:rPr lang="es-ES" dirty="0"/>
              <a:t>, creamos la ventana del juego con un tamaño de 900x600 píxeles y definimos el título del juego. También inicializamos el reloj (RELOJ) que regula los FPS, es decir, la velocidad con que se actualiza la pantalla.</a:t>
            </a:r>
          </a:p>
        </p:txBody>
      </p:sp>
    </p:spTree>
    <p:extLst>
      <p:ext uri="{BB962C8B-B14F-4D97-AF65-F5344CB8AC3E}">
        <p14:creationId xmlns:p14="http://schemas.microsoft.com/office/powerpoint/2010/main" val="694843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31780-E4E4-7393-0443-455B22EF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D5C772-ACA8-780B-DBD8-551CD5DF0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533400"/>
            <a:ext cx="10515600" cy="537071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sz="2400" dirty="0"/>
              <a:t># Clase Bloque genérica</a:t>
            </a:r>
          </a:p>
          <a:p>
            <a:pPr marL="0" indent="0">
              <a:buNone/>
            </a:pPr>
            <a:r>
              <a:rPr lang="es-ES" sz="2400" dirty="0" err="1"/>
              <a:t>class</a:t>
            </a:r>
            <a:r>
              <a:rPr lang="es-ES" sz="2400" dirty="0"/>
              <a:t> Bloque:</a:t>
            </a:r>
          </a:p>
          <a:p>
            <a:pPr marL="0" indent="0">
              <a:buNone/>
            </a:pPr>
            <a:r>
              <a:rPr lang="es-ES" sz="2400" dirty="0"/>
              <a:t>    </a:t>
            </a:r>
            <a:r>
              <a:rPr lang="es-ES" sz="2400" dirty="0" err="1"/>
              <a:t>def</a:t>
            </a:r>
            <a:r>
              <a:rPr lang="es-ES" sz="2400" dirty="0"/>
              <a:t> __</a:t>
            </a:r>
            <a:r>
              <a:rPr lang="es-ES" sz="2400" dirty="0" err="1"/>
              <a:t>init</a:t>
            </a:r>
            <a:r>
              <a:rPr lang="es-ES" sz="2400" dirty="0"/>
              <a:t>__(</a:t>
            </a:r>
            <a:r>
              <a:rPr lang="es-ES" sz="2400" dirty="0" err="1"/>
              <a:t>self</a:t>
            </a:r>
            <a:r>
              <a:rPr lang="es-ES" sz="2400" dirty="0"/>
              <a:t>, x, y, ancho, alto):</a:t>
            </a:r>
          </a:p>
          <a:p>
            <a:pPr marL="0" indent="0">
              <a:buNone/>
            </a:pPr>
            <a:r>
              <a:rPr lang="es-ES" sz="2400" dirty="0"/>
              <a:t>        </a:t>
            </a:r>
            <a:r>
              <a:rPr lang="es-ES" sz="2400" dirty="0" err="1"/>
              <a:t>self.rect</a:t>
            </a:r>
            <a:r>
              <a:rPr lang="es-ES" sz="2400" dirty="0"/>
              <a:t> = </a:t>
            </a:r>
            <a:r>
              <a:rPr lang="es-ES" sz="2400" dirty="0" err="1"/>
              <a:t>pygame.Rect</a:t>
            </a:r>
            <a:r>
              <a:rPr lang="es-ES" sz="2400" dirty="0"/>
              <a:t>(x, y, ancho, alto)</a:t>
            </a:r>
          </a:p>
          <a:p>
            <a:pPr marL="0" indent="0">
              <a:buNone/>
            </a:pPr>
            <a:r>
              <a:rPr lang="es-ES" sz="2400" dirty="0"/>
              <a:t>        </a:t>
            </a:r>
            <a:r>
              <a:rPr lang="es-ES" sz="2400" dirty="0" err="1"/>
              <a:t>self.color</a:t>
            </a:r>
            <a:r>
              <a:rPr lang="es-ES" sz="2400" dirty="0"/>
              <a:t> = (</a:t>
            </a:r>
            <a:r>
              <a:rPr lang="es-ES" sz="2400" dirty="0" err="1"/>
              <a:t>random.randint</a:t>
            </a:r>
            <a:r>
              <a:rPr lang="es-ES" sz="2400" dirty="0"/>
              <a:t>(100, 255), </a:t>
            </a:r>
            <a:r>
              <a:rPr lang="es-ES" sz="2400" dirty="0" err="1"/>
              <a:t>random.randint</a:t>
            </a:r>
            <a:r>
              <a:rPr lang="es-ES" sz="2400" dirty="0"/>
              <a:t>(100, 255), </a:t>
            </a:r>
            <a:r>
              <a:rPr lang="es-ES" sz="2400" dirty="0" err="1"/>
              <a:t>random.randint</a:t>
            </a:r>
            <a:r>
              <a:rPr lang="es-ES" sz="2400" dirty="0"/>
              <a:t>(100, 255))</a:t>
            </a:r>
          </a:p>
          <a:p>
            <a:pPr marL="0" indent="0">
              <a:buNone/>
            </a:pPr>
            <a:r>
              <a:rPr lang="es-ES" sz="2400" dirty="0"/>
              <a:t>    </a:t>
            </a:r>
            <a:r>
              <a:rPr lang="es-ES" sz="2400" dirty="0" err="1"/>
              <a:t>def</a:t>
            </a:r>
            <a:r>
              <a:rPr lang="es-ES" sz="2400" dirty="0"/>
              <a:t> </a:t>
            </a:r>
            <a:r>
              <a:rPr lang="es-ES" sz="2400" dirty="0" err="1"/>
              <a:t>draw</a:t>
            </a:r>
            <a:r>
              <a:rPr lang="es-ES" sz="2400" dirty="0"/>
              <a:t>(</a:t>
            </a:r>
            <a:r>
              <a:rPr lang="es-ES" sz="2400" dirty="0" err="1"/>
              <a:t>self</a:t>
            </a:r>
            <a:r>
              <a:rPr lang="es-ES" sz="2400" dirty="0"/>
              <a:t>, superficie):</a:t>
            </a:r>
          </a:p>
          <a:p>
            <a:pPr marL="0" indent="0">
              <a:buNone/>
            </a:pPr>
            <a:r>
              <a:rPr lang="es-ES" sz="2400" dirty="0"/>
              <a:t>        </a:t>
            </a:r>
            <a:r>
              <a:rPr lang="es-ES" sz="2400" dirty="0" err="1"/>
              <a:t>pygame.draw.rect</a:t>
            </a:r>
            <a:r>
              <a:rPr lang="es-ES" sz="2400" dirty="0"/>
              <a:t>(superficie, </a:t>
            </a:r>
            <a:r>
              <a:rPr lang="es-ES" sz="2400" dirty="0" err="1"/>
              <a:t>self.color</a:t>
            </a:r>
            <a:r>
              <a:rPr lang="es-ES" sz="2400" dirty="0"/>
              <a:t>, </a:t>
            </a:r>
            <a:r>
              <a:rPr lang="es-ES" sz="2400" dirty="0" err="1"/>
              <a:t>self.rect</a:t>
            </a:r>
            <a:r>
              <a:rPr lang="es-ES" sz="2400" dirty="0"/>
              <a:t>)</a:t>
            </a:r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r>
              <a:rPr lang="es-ES" sz="2400" dirty="0"/>
              <a:t># Mostrar texto en pantalla</a:t>
            </a:r>
          </a:p>
          <a:p>
            <a:pPr marL="0" indent="0">
              <a:buNone/>
            </a:pPr>
            <a:r>
              <a:rPr lang="es-ES" sz="2400" dirty="0" err="1"/>
              <a:t>def</a:t>
            </a:r>
            <a:r>
              <a:rPr lang="es-ES" sz="2400" dirty="0"/>
              <a:t> mensaje(texto, x, y, </a:t>
            </a:r>
            <a:r>
              <a:rPr lang="es-ES" sz="2400" dirty="0" err="1"/>
              <a:t>size</a:t>
            </a:r>
            <a:r>
              <a:rPr lang="es-ES" sz="2400" dirty="0"/>
              <a:t>=40):</a:t>
            </a:r>
          </a:p>
          <a:p>
            <a:pPr marL="0" indent="0">
              <a:buNone/>
            </a:pPr>
            <a:r>
              <a:rPr lang="es-ES" sz="2400" dirty="0"/>
              <a:t>    fuente = </a:t>
            </a:r>
            <a:r>
              <a:rPr lang="es-ES" sz="2400" dirty="0" err="1"/>
              <a:t>pygame.font.Font</a:t>
            </a:r>
            <a:r>
              <a:rPr lang="es-ES" sz="2400" dirty="0"/>
              <a:t>('freesansbold.ttf', </a:t>
            </a:r>
            <a:r>
              <a:rPr lang="es-ES" sz="2400" dirty="0" err="1"/>
              <a:t>size</a:t>
            </a:r>
            <a:r>
              <a:rPr lang="es-ES" sz="2400" dirty="0"/>
              <a:t>)</a:t>
            </a:r>
          </a:p>
          <a:p>
            <a:pPr marL="0" indent="0">
              <a:buNone/>
            </a:pPr>
            <a:r>
              <a:rPr lang="es-ES" sz="2400" dirty="0"/>
              <a:t>    surf = </a:t>
            </a:r>
            <a:r>
              <a:rPr lang="es-ES" sz="2400" dirty="0" err="1"/>
              <a:t>fuente.render</a:t>
            </a:r>
            <a:r>
              <a:rPr lang="es-ES" sz="2400" dirty="0"/>
              <a:t>(texto, True, BLANCO)</a:t>
            </a:r>
          </a:p>
          <a:p>
            <a:pPr marL="0" indent="0">
              <a:buNone/>
            </a:pPr>
            <a:r>
              <a:rPr lang="es-ES" sz="2400" dirty="0"/>
              <a:t>    </a:t>
            </a:r>
            <a:r>
              <a:rPr lang="es-ES" sz="2400" dirty="0" err="1"/>
              <a:t>rect</a:t>
            </a:r>
            <a:r>
              <a:rPr lang="es-ES" sz="2400" dirty="0"/>
              <a:t> = </a:t>
            </a:r>
            <a:r>
              <a:rPr lang="es-ES" sz="2400" dirty="0" err="1"/>
              <a:t>surf.get_rect</a:t>
            </a:r>
            <a:r>
              <a:rPr lang="es-ES" sz="2400" dirty="0"/>
              <a:t>(center=(x, y))</a:t>
            </a:r>
          </a:p>
          <a:p>
            <a:pPr marL="0" indent="0">
              <a:buNone/>
            </a:pPr>
            <a:r>
              <a:rPr lang="es-ES" sz="2400" dirty="0"/>
              <a:t>    </a:t>
            </a:r>
            <a:r>
              <a:rPr lang="es-ES" sz="2400" dirty="0" err="1"/>
              <a:t>AREAJUEGO.blit</a:t>
            </a:r>
            <a:r>
              <a:rPr lang="es-ES" sz="2400" dirty="0"/>
              <a:t>(surf, </a:t>
            </a:r>
            <a:r>
              <a:rPr lang="es-ES" sz="2400" dirty="0" err="1"/>
              <a:t>rect</a:t>
            </a:r>
            <a:r>
              <a:rPr lang="es-ES" sz="2400" dirty="0"/>
              <a:t>)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D3E7E87-896B-D743-0CB3-72B62B189C21}"/>
              </a:ext>
            </a:extLst>
          </p:cNvPr>
          <p:cNvSpPr/>
          <p:nvPr/>
        </p:nvSpPr>
        <p:spPr>
          <a:xfrm>
            <a:off x="6842760" y="2560320"/>
            <a:ext cx="4602480" cy="37642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Aquí definimos constantes que usaremos durante todo el juego:Colores como NEGRO y BLANCO en formato RGB.Tamaños fijos como el ancho y alto de la paleta (JANCHO, JALTO) y el tamaño de la pelota (BALL_SIZE).Esto nos ayuda a mantener el código ordenado y fácil de ajustar si queremos cambiar el diseño más adelante.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00559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FF2A2-77EF-EB05-DA12-BB4561748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D676F3-AC9C-0FCA-EBA2-F15F4B9F6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154" y="743641"/>
            <a:ext cx="10515600" cy="5370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# Mostrar vidas y nivel</a:t>
            </a:r>
          </a:p>
          <a:p>
            <a:pPr marL="0" indent="0">
              <a:buNone/>
            </a:pPr>
            <a:r>
              <a:rPr lang="es-ES" dirty="0" err="1"/>
              <a:t>def</a:t>
            </a:r>
            <a:r>
              <a:rPr lang="es-ES" dirty="0"/>
              <a:t> </a:t>
            </a:r>
            <a:r>
              <a:rPr lang="es-ES" dirty="0" err="1"/>
              <a:t>dibujar_vidas</a:t>
            </a:r>
            <a:r>
              <a:rPr lang="es-ES" dirty="0"/>
              <a:t>(vidas):</a:t>
            </a:r>
          </a:p>
          <a:p>
            <a:pPr marL="0" indent="0">
              <a:buNone/>
            </a:pPr>
            <a:r>
              <a:rPr lang="es-ES" dirty="0"/>
              <a:t>    fuente = </a:t>
            </a:r>
            <a:r>
              <a:rPr lang="es-ES" dirty="0" err="1"/>
              <a:t>pygame.font.Font</a:t>
            </a:r>
            <a:r>
              <a:rPr lang="es-ES" dirty="0"/>
              <a:t>('freesansbold.ttf', 30)</a:t>
            </a:r>
          </a:p>
          <a:p>
            <a:pPr marL="0" indent="0">
              <a:buNone/>
            </a:pPr>
            <a:r>
              <a:rPr lang="es-ES" dirty="0"/>
              <a:t>    </a:t>
            </a:r>
            <a:r>
              <a:rPr lang="es-ES" dirty="0" err="1"/>
              <a:t>txt</a:t>
            </a:r>
            <a:r>
              <a:rPr lang="es-ES" dirty="0"/>
              <a:t> = </a:t>
            </a:r>
            <a:r>
              <a:rPr lang="es-ES" dirty="0" err="1"/>
              <a:t>fuente.render</a:t>
            </a:r>
            <a:r>
              <a:rPr lang="es-ES" dirty="0"/>
              <a:t>(</a:t>
            </a:r>
            <a:r>
              <a:rPr lang="es-ES" dirty="0" err="1"/>
              <a:t>f'Vidas</a:t>
            </a:r>
            <a:r>
              <a:rPr lang="es-ES" dirty="0"/>
              <a:t>: {vidas}', True, BLANCO)</a:t>
            </a:r>
          </a:p>
          <a:p>
            <a:pPr marL="0" indent="0">
              <a:buNone/>
            </a:pPr>
            <a:r>
              <a:rPr lang="es-ES" dirty="0"/>
              <a:t>    </a:t>
            </a:r>
            <a:r>
              <a:rPr lang="es-ES" dirty="0" err="1"/>
              <a:t>AREAJUEGO.blit</a:t>
            </a:r>
            <a:r>
              <a:rPr lang="es-ES" dirty="0"/>
              <a:t>(</a:t>
            </a:r>
            <a:r>
              <a:rPr lang="es-ES" dirty="0" err="1"/>
              <a:t>txt</a:t>
            </a:r>
            <a:r>
              <a:rPr lang="es-ES" dirty="0"/>
              <a:t>, (10, 10))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err="1"/>
              <a:t>def</a:t>
            </a:r>
            <a:r>
              <a:rPr lang="es-ES" dirty="0"/>
              <a:t> </a:t>
            </a:r>
            <a:r>
              <a:rPr lang="es-ES" dirty="0" err="1"/>
              <a:t>dibujar_nivel</a:t>
            </a:r>
            <a:r>
              <a:rPr lang="es-ES" dirty="0"/>
              <a:t>(nivel):</a:t>
            </a:r>
          </a:p>
          <a:p>
            <a:pPr marL="0" indent="0">
              <a:buNone/>
            </a:pPr>
            <a:r>
              <a:rPr lang="es-ES" dirty="0"/>
              <a:t>    fuente = </a:t>
            </a:r>
            <a:r>
              <a:rPr lang="es-ES" dirty="0" err="1"/>
              <a:t>pygame.font.Font</a:t>
            </a:r>
            <a:r>
              <a:rPr lang="es-ES" dirty="0"/>
              <a:t>('freesansbold.ttf', 30)</a:t>
            </a:r>
          </a:p>
          <a:p>
            <a:pPr marL="0" indent="0">
              <a:buNone/>
            </a:pPr>
            <a:r>
              <a:rPr lang="es-ES" dirty="0"/>
              <a:t>    </a:t>
            </a:r>
            <a:r>
              <a:rPr lang="es-ES" dirty="0" err="1"/>
              <a:t>txt</a:t>
            </a:r>
            <a:r>
              <a:rPr lang="es-ES" dirty="0"/>
              <a:t> = </a:t>
            </a:r>
            <a:r>
              <a:rPr lang="es-ES" dirty="0" err="1"/>
              <a:t>fuente.render</a:t>
            </a:r>
            <a:r>
              <a:rPr lang="es-ES" dirty="0"/>
              <a:t>(</a:t>
            </a:r>
            <a:r>
              <a:rPr lang="es-ES" dirty="0" err="1"/>
              <a:t>f'Nivel</a:t>
            </a:r>
            <a:r>
              <a:rPr lang="es-ES" dirty="0"/>
              <a:t>: {nivel}', True, BLANCO)</a:t>
            </a:r>
          </a:p>
          <a:p>
            <a:pPr marL="0" indent="0">
              <a:buNone/>
            </a:pPr>
            <a:r>
              <a:rPr lang="es-ES" dirty="0"/>
              <a:t>    </a:t>
            </a:r>
            <a:r>
              <a:rPr lang="es-ES" dirty="0" err="1"/>
              <a:t>AREAJUEGO.blit</a:t>
            </a:r>
            <a:r>
              <a:rPr lang="es-ES" dirty="0"/>
              <a:t>(</a:t>
            </a:r>
            <a:r>
              <a:rPr lang="es-ES" dirty="0" err="1"/>
              <a:t>txt</a:t>
            </a:r>
            <a:r>
              <a:rPr lang="es-ES" dirty="0"/>
              <a:t>, (ANCHO - 160, 10))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2E2A1860-E6FB-63D2-B024-C0FF624044FC}"/>
              </a:ext>
            </a:extLst>
          </p:cNvPr>
          <p:cNvSpPr/>
          <p:nvPr/>
        </p:nvSpPr>
        <p:spPr>
          <a:xfrm>
            <a:off x="11231880" y="6051755"/>
            <a:ext cx="502920" cy="472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58FEC15-60BF-6F72-DAF6-571B783B4FB6}"/>
              </a:ext>
            </a:extLst>
          </p:cNvPr>
          <p:cNvSpPr/>
          <p:nvPr/>
        </p:nvSpPr>
        <p:spPr>
          <a:xfrm>
            <a:off x="8135815" y="539262"/>
            <a:ext cx="3851031" cy="5370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Creamos la clase Bloque, que representa cada ladrillo en el </a:t>
            </a:r>
            <a:r>
              <a:rPr lang="es-ES" dirty="0" err="1"/>
              <a:t>juego.Al</a:t>
            </a:r>
            <a:r>
              <a:rPr lang="es-ES" dirty="0"/>
              <a:t> instanciarse, se le asignan coordenadas y </a:t>
            </a:r>
            <a:r>
              <a:rPr lang="es-ES" dirty="0" err="1"/>
              <a:t>tamaño.Se</a:t>
            </a:r>
            <a:r>
              <a:rPr lang="es-ES" dirty="0"/>
              <a:t> le da un color aleatorio, usando </a:t>
            </a:r>
            <a:r>
              <a:rPr lang="es-ES" dirty="0" err="1"/>
              <a:t>random.randint</a:t>
            </a:r>
            <a:r>
              <a:rPr lang="es-ES" dirty="0"/>
              <a:t>() para que cada bloque tenga un color </a:t>
            </a:r>
            <a:r>
              <a:rPr lang="es-ES" dirty="0" err="1"/>
              <a:t>distinto.Tiene</a:t>
            </a:r>
            <a:r>
              <a:rPr lang="es-ES" dirty="0"/>
              <a:t> un método </a:t>
            </a:r>
            <a:r>
              <a:rPr lang="es-ES" dirty="0" err="1"/>
              <a:t>draw</a:t>
            </a:r>
            <a:r>
              <a:rPr lang="es-ES" dirty="0"/>
              <a:t>() que se encarga de dibujar ese bloque en la </a:t>
            </a:r>
            <a:r>
              <a:rPr lang="es-ES" dirty="0" err="1"/>
              <a:t>pantalla.Esto</a:t>
            </a:r>
            <a:r>
              <a:rPr lang="es-ES" dirty="0"/>
              <a:t> es un claro ejemplo de encapsulamiento en POO: cada bloque se maneja como un objeto independiente con sus propias propiedades y métodos.</a:t>
            </a:r>
          </a:p>
        </p:txBody>
      </p:sp>
    </p:spTree>
    <p:extLst>
      <p:ext uri="{BB962C8B-B14F-4D97-AF65-F5344CB8AC3E}">
        <p14:creationId xmlns:p14="http://schemas.microsoft.com/office/powerpoint/2010/main" val="2757836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DF623-522C-C992-722D-E825B869C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8DFF06-3A9D-4BB8-3C95-7C17826E5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487680"/>
            <a:ext cx="11430000" cy="582168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s-ES" dirty="0"/>
              <a:t># Generar bloques para cada nivel</a:t>
            </a:r>
          </a:p>
          <a:p>
            <a:pPr marL="0" indent="0">
              <a:buNone/>
            </a:pPr>
            <a:r>
              <a:rPr lang="es-ES" dirty="0"/>
              <a:t># Nivel 1: dos filas</a:t>
            </a:r>
          </a:p>
          <a:p>
            <a:pPr marL="0" indent="0">
              <a:buNone/>
            </a:pPr>
            <a:r>
              <a:rPr lang="es-ES" dirty="0"/>
              <a:t># Nivel 2: pirámide invertida</a:t>
            </a:r>
          </a:p>
          <a:p>
            <a:pPr marL="0" indent="0">
              <a:buNone/>
            </a:pPr>
            <a:r>
              <a:rPr lang="es-ES" dirty="0"/>
              <a:t># Nivel 3: formas P, O, O</a:t>
            </a:r>
          </a:p>
          <a:p>
            <a:pPr marL="0" indent="0">
              <a:buNone/>
            </a:pPr>
            <a:r>
              <a:rPr lang="es-ES" dirty="0" err="1"/>
              <a:t>def</a:t>
            </a:r>
            <a:r>
              <a:rPr lang="es-ES" dirty="0"/>
              <a:t> </a:t>
            </a:r>
            <a:r>
              <a:rPr lang="es-ES" dirty="0" err="1"/>
              <a:t>crear_bloques</a:t>
            </a:r>
            <a:r>
              <a:rPr lang="es-ES" dirty="0"/>
              <a:t>(nivel):</a:t>
            </a:r>
          </a:p>
          <a:p>
            <a:pPr marL="0" indent="0">
              <a:buNone/>
            </a:pPr>
            <a:r>
              <a:rPr lang="es-ES" dirty="0"/>
              <a:t>    bloques = []</a:t>
            </a:r>
          </a:p>
          <a:p>
            <a:pPr marL="0" indent="0">
              <a:buNone/>
            </a:pPr>
            <a:r>
              <a:rPr lang="es-ES" dirty="0"/>
              <a:t>    </a:t>
            </a:r>
            <a:r>
              <a:rPr lang="es-ES" dirty="0" err="1"/>
              <a:t>cols</a:t>
            </a:r>
            <a:r>
              <a:rPr lang="es-ES" dirty="0"/>
              <a:t>, </a:t>
            </a:r>
            <a:r>
              <a:rPr lang="es-ES" dirty="0" err="1"/>
              <a:t>rows</a:t>
            </a:r>
            <a:r>
              <a:rPr lang="es-ES" dirty="0"/>
              <a:t> = 9, 10</a:t>
            </a:r>
          </a:p>
          <a:p>
            <a:pPr marL="0" indent="0">
              <a:buNone/>
            </a:pPr>
            <a:r>
              <a:rPr lang="es-ES" dirty="0"/>
              <a:t>    </a:t>
            </a:r>
            <a:r>
              <a:rPr lang="es-ES" dirty="0" err="1"/>
              <a:t>ancho_b</a:t>
            </a:r>
            <a:r>
              <a:rPr lang="es-ES" dirty="0"/>
              <a:t> = ANCHO // </a:t>
            </a:r>
            <a:r>
              <a:rPr lang="es-ES" dirty="0" err="1"/>
              <a:t>cols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   </a:t>
            </a:r>
            <a:r>
              <a:rPr lang="es-ES" dirty="0" err="1"/>
              <a:t>alto_b</a:t>
            </a:r>
            <a:r>
              <a:rPr lang="es-ES" dirty="0"/>
              <a:t> = 30</a:t>
            </a:r>
          </a:p>
          <a:p>
            <a:pPr marL="0" indent="0">
              <a:buNone/>
            </a:pPr>
            <a:r>
              <a:rPr lang="es-ES" dirty="0"/>
              <a:t>    </a:t>
            </a:r>
            <a:r>
              <a:rPr lang="es-ES" dirty="0" err="1"/>
              <a:t>if</a:t>
            </a:r>
            <a:r>
              <a:rPr lang="es-ES" dirty="0"/>
              <a:t> nivel == 1: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for</a:t>
            </a:r>
            <a:r>
              <a:rPr lang="es-ES" dirty="0"/>
              <a:t> y in (100, 200):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for</a:t>
            </a:r>
            <a:r>
              <a:rPr lang="es-ES" dirty="0"/>
              <a:t> c in </a:t>
            </a:r>
            <a:r>
              <a:rPr lang="es-ES" dirty="0" err="1"/>
              <a:t>range</a:t>
            </a:r>
            <a:r>
              <a:rPr lang="es-ES" dirty="0"/>
              <a:t>(</a:t>
            </a:r>
            <a:r>
              <a:rPr lang="es-ES" dirty="0" err="1"/>
              <a:t>cols</a:t>
            </a:r>
            <a:r>
              <a:rPr lang="es-ES" dirty="0"/>
              <a:t>):</a:t>
            </a:r>
          </a:p>
          <a:p>
            <a:pPr marL="0" indent="0">
              <a:buNone/>
            </a:pPr>
            <a:r>
              <a:rPr lang="es-ES" dirty="0"/>
              <a:t>                x = c * </a:t>
            </a:r>
            <a:r>
              <a:rPr lang="es-ES" dirty="0" err="1"/>
              <a:t>ancho_b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bloques.append</a:t>
            </a:r>
            <a:r>
              <a:rPr lang="es-ES" dirty="0"/>
              <a:t>(Bloque(x, y, </a:t>
            </a:r>
            <a:r>
              <a:rPr lang="es-ES" dirty="0" err="1"/>
              <a:t>ancho_b</a:t>
            </a:r>
            <a:r>
              <a:rPr lang="es-ES" dirty="0"/>
              <a:t>, </a:t>
            </a:r>
            <a:r>
              <a:rPr lang="es-ES" dirty="0" err="1"/>
              <a:t>alto_b</a:t>
            </a:r>
            <a:r>
              <a:rPr lang="es-ES" dirty="0"/>
              <a:t>))</a:t>
            </a:r>
          </a:p>
          <a:p>
            <a:pPr marL="0" indent="0">
              <a:buNone/>
            </a:pPr>
            <a:r>
              <a:rPr lang="es-ES" dirty="0"/>
              <a:t>    </a:t>
            </a:r>
            <a:r>
              <a:rPr lang="es-ES" dirty="0" err="1"/>
              <a:t>elif</a:t>
            </a:r>
            <a:r>
              <a:rPr lang="es-ES" dirty="0"/>
              <a:t> nivel == 2: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num_rows</a:t>
            </a:r>
            <a:r>
              <a:rPr lang="es-ES" dirty="0"/>
              <a:t> = 5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for</a:t>
            </a:r>
            <a:r>
              <a:rPr lang="es-ES" dirty="0"/>
              <a:t> r in </a:t>
            </a:r>
            <a:r>
              <a:rPr lang="es-ES" dirty="0" err="1"/>
              <a:t>range</a:t>
            </a:r>
            <a:r>
              <a:rPr lang="es-ES" dirty="0"/>
              <a:t>(</a:t>
            </a:r>
            <a:r>
              <a:rPr lang="es-ES" dirty="0" err="1"/>
              <a:t>num_rows</a:t>
            </a:r>
            <a:r>
              <a:rPr lang="es-ES" dirty="0"/>
              <a:t>):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count</a:t>
            </a:r>
            <a:r>
              <a:rPr lang="es-ES" dirty="0"/>
              <a:t> = </a:t>
            </a:r>
            <a:r>
              <a:rPr lang="es-ES" dirty="0" err="1"/>
              <a:t>cols</a:t>
            </a:r>
            <a:r>
              <a:rPr lang="es-ES" dirty="0"/>
              <a:t> - 2*r</a:t>
            </a:r>
          </a:p>
          <a:p>
            <a:pPr marL="0" indent="0">
              <a:buNone/>
            </a:pPr>
            <a:r>
              <a:rPr lang="es-ES" dirty="0"/>
              <a:t>            y = r * </a:t>
            </a:r>
            <a:r>
              <a:rPr lang="es-ES" dirty="0" err="1"/>
              <a:t>alto_b</a:t>
            </a:r>
            <a:r>
              <a:rPr lang="es-ES" dirty="0"/>
              <a:t> + 100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x_start</a:t>
            </a:r>
            <a:r>
              <a:rPr lang="es-ES" dirty="0"/>
              <a:t> = r * </a:t>
            </a:r>
            <a:r>
              <a:rPr lang="es-ES" dirty="0" err="1"/>
              <a:t>ancho_b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for</a:t>
            </a:r>
            <a:r>
              <a:rPr lang="es-ES" dirty="0"/>
              <a:t> c in </a:t>
            </a:r>
            <a:r>
              <a:rPr lang="es-ES" dirty="0" err="1"/>
              <a:t>range</a:t>
            </a:r>
            <a:r>
              <a:rPr lang="es-ES" dirty="0"/>
              <a:t>(</a:t>
            </a:r>
            <a:r>
              <a:rPr lang="es-ES" dirty="0" err="1"/>
              <a:t>count</a:t>
            </a:r>
            <a:r>
              <a:rPr lang="es-ES" dirty="0"/>
              <a:t>):</a:t>
            </a:r>
          </a:p>
          <a:p>
            <a:pPr marL="0" indent="0">
              <a:buNone/>
            </a:pPr>
            <a:r>
              <a:rPr lang="es-ES" dirty="0"/>
              <a:t>                x = </a:t>
            </a:r>
            <a:r>
              <a:rPr lang="es-ES" dirty="0" err="1"/>
              <a:t>x_start</a:t>
            </a:r>
            <a:r>
              <a:rPr lang="es-ES" dirty="0"/>
              <a:t> + c * </a:t>
            </a:r>
            <a:r>
              <a:rPr lang="es-ES" dirty="0" err="1"/>
              <a:t>ancho_b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bloques.append</a:t>
            </a:r>
            <a:r>
              <a:rPr lang="es-ES" dirty="0"/>
              <a:t>(Bloque(x, y, </a:t>
            </a:r>
            <a:r>
              <a:rPr lang="es-ES" dirty="0" err="1"/>
              <a:t>ancho_b</a:t>
            </a:r>
            <a:r>
              <a:rPr lang="es-ES" dirty="0"/>
              <a:t>, </a:t>
            </a:r>
            <a:r>
              <a:rPr lang="es-ES" dirty="0" err="1"/>
              <a:t>alto_b</a:t>
            </a:r>
            <a:r>
              <a:rPr lang="es-ES" dirty="0"/>
              <a:t>))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2763A50-1CB4-FB0E-5A16-85D4D8A6D920}"/>
              </a:ext>
            </a:extLst>
          </p:cNvPr>
          <p:cNvSpPr/>
          <p:nvPr/>
        </p:nvSpPr>
        <p:spPr>
          <a:xfrm>
            <a:off x="6936280" y="863726"/>
            <a:ext cx="3851031" cy="5370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 esta parte del código definimos la función </a:t>
            </a:r>
            <a:r>
              <a:rPr lang="es-ES" dirty="0" err="1"/>
              <a:t>crear_bloques</a:t>
            </a:r>
            <a:r>
              <a:rPr lang="es-ES" dirty="0"/>
              <a:t>(), que genera los bloques visibles en el nivel. Dependiendo del número del nivel elegido, el juego mostrará una distribución distinta. En el nivel 1 hay dos filas simples, en el nivel 2 una pirámide invertida, y en el nivel 3 se forma visualmente la palabra “POO” con bloques.</a:t>
            </a:r>
          </a:p>
        </p:txBody>
      </p:sp>
    </p:spTree>
    <p:extLst>
      <p:ext uri="{BB962C8B-B14F-4D97-AF65-F5344CB8AC3E}">
        <p14:creationId xmlns:p14="http://schemas.microsoft.com/office/powerpoint/2010/main" val="574272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6126D-2C52-3F5D-C221-EFE7149EC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54FF92-8EF5-A139-94AD-902E821A3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487680"/>
            <a:ext cx="11399520" cy="582168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dirty="0"/>
              <a:t> </a:t>
            </a:r>
            <a:r>
              <a:rPr lang="es-ES" dirty="0" err="1"/>
              <a:t>else</a:t>
            </a:r>
            <a:r>
              <a:rPr lang="es-ES" dirty="0"/>
              <a:t>: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shape_w</a:t>
            </a:r>
            <a:r>
              <a:rPr lang="es-ES" dirty="0"/>
              <a:t> = 3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for</a:t>
            </a:r>
            <a:r>
              <a:rPr lang="es-ES" dirty="0"/>
              <a:t> r in </a:t>
            </a:r>
            <a:r>
              <a:rPr lang="es-ES" dirty="0" err="1"/>
              <a:t>range</a:t>
            </a:r>
            <a:r>
              <a:rPr lang="es-ES" dirty="0"/>
              <a:t>(</a:t>
            </a:r>
            <a:r>
              <a:rPr lang="es-ES" dirty="0" err="1"/>
              <a:t>rows</a:t>
            </a:r>
            <a:r>
              <a:rPr lang="es-ES" dirty="0"/>
              <a:t>):</a:t>
            </a:r>
          </a:p>
          <a:p>
            <a:pPr marL="0" indent="0">
              <a:buNone/>
            </a:pPr>
            <a:r>
              <a:rPr lang="es-ES" dirty="0"/>
              <a:t>            y = r * </a:t>
            </a:r>
            <a:r>
              <a:rPr lang="es-ES" dirty="0" err="1"/>
              <a:t>alto_b</a:t>
            </a:r>
            <a:r>
              <a:rPr lang="es-ES" dirty="0"/>
              <a:t> + 100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bloques.append</a:t>
            </a:r>
            <a:r>
              <a:rPr lang="es-ES" dirty="0"/>
              <a:t>(Bloque(0*</a:t>
            </a:r>
            <a:r>
              <a:rPr lang="es-ES" dirty="0" err="1"/>
              <a:t>ancho_b</a:t>
            </a:r>
            <a:r>
              <a:rPr lang="es-ES" dirty="0"/>
              <a:t>, y, </a:t>
            </a:r>
            <a:r>
              <a:rPr lang="es-ES" dirty="0" err="1"/>
              <a:t>ancho_b</a:t>
            </a:r>
            <a:r>
              <a:rPr lang="es-ES" dirty="0"/>
              <a:t>, </a:t>
            </a:r>
            <a:r>
              <a:rPr lang="es-ES" dirty="0" err="1"/>
              <a:t>alto_b</a:t>
            </a:r>
            <a:r>
              <a:rPr lang="es-ES" dirty="0"/>
              <a:t>))  # P barra vertical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for</a:t>
            </a:r>
            <a:r>
              <a:rPr lang="es-ES" dirty="0"/>
              <a:t> i in </a:t>
            </a:r>
            <a:r>
              <a:rPr lang="es-ES" dirty="0" err="1"/>
              <a:t>range</a:t>
            </a:r>
            <a:r>
              <a:rPr lang="es-ES" dirty="0"/>
              <a:t>(</a:t>
            </a:r>
            <a:r>
              <a:rPr lang="es-ES" dirty="0" err="1"/>
              <a:t>shape_w</a:t>
            </a:r>
            <a:r>
              <a:rPr lang="es-ES" dirty="0"/>
              <a:t>):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bloques.append</a:t>
            </a:r>
            <a:r>
              <a:rPr lang="es-ES" dirty="0"/>
              <a:t>(Bloque(i*</a:t>
            </a:r>
            <a:r>
              <a:rPr lang="es-ES" dirty="0" err="1"/>
              <a:t>ancho_b</a:t>
            </a:r>
            <a:r>
              <a:rPr lang="es-ES" dirty="0"/>
              <a:t>, 100, </a:t>
            </a:r>
            <a:r>
              <a:rPr lang="es-ES" dirty="0" err="1"/>
              <a:t>ancho_b</a:t>
            </a:r>
            <a:r>
              <a:rPr lang="es-ES" dirty="0"/>
              <a:t>, </a:t>
            </a:r>
            <a:r>
              <a:rPr lang="es-ES" dirty="0" err="1"/>
              <a:t>alto_b</a:t>
            </a:r>
            <a:r>
              <a:rPr lang="es-ES" dirty="0"/>
              <a:t>))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bloques.append</a:t>
            </a:r>
            <a:r>
              <a:rPr lang="es-ES" dirty="0"/>
              <a:t>(Bloque(i*</a:t>
            </a:r>
            <a:r>
              <a:rPr lang="es-ES" dirty="0" err="1"/>
              <a:t>ancho_b</a:t>
            </a:r>
            <a:r>
              <a:rPr lang="es-ES" dirty="0"/>
              <a:t>, (</a:t>
            </a:r>
            <a:r>
              <a:rPr lang="es-ES" dirty="0" err="1"/>
              <a:t>rows</a:t>
            </a:r>
            <a:r>
              <a:rPr lang="es-ES" dirty="0"/>
              <a:t>//2)*alto_b+100, </a:t>
            </a:r>
            <a:r>
              <a:rPr lang="es-ES" dirty="0" err="1"/>
              <a:t>ancho_b</a:t>
            </a:r>
            <a:r>
              <a:rPr lang="es-ES" dirty="0"/>
              <a:t>, </a:t>
            </a:r>
            <a:r>
              <a:rPr lang="es-ES" dirty="0" err="1"/>
              <a:t>alto_b</a:t>
            </a:r>
            <a:r>
              <a:rPr lang="es-ES" dirty="0"/>
              <a:t>))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for</a:t>
            </a:r>
            <a:r>
              <a:rPr lang="es-ES" dirty="0"/>
              <a:t> offset in (3,6):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for</a:t>
            </a:r>
            <a:r>
              <a:rPr lang="es-ES" dirty="0"/>
              <a:t> r in </a:t>
            </a:r>
            <a:r>
              <a:rPr lang="es-ES" dirty="0" err="1"/>
              <a:t>range</a:t>
            </a:r>
            <a:r>
              <a:rPr lang="es-ES" dirty="0"/>
              <a:t>(</a:t>
            </a:r>
            <a:r>
              <a:rPr lang="es-ES" dirty="0" err="1"/>
              <a:t>rows</a:t>
            </a:r>
            <a:r>
              <a:rPr lang="es-ES" dirty="0"/>
              <a:t>):</a:t>
            </a:r>
          </a:p>
          <a:p>
            <a:pPr marL="0" indent="0">
              <a:buNone/>
            </a:pPr>
            <a:r>
              <a:rPr lang="es-ES" dirty="0"/>
              <a:t>                y = r*</a:t>
            </a:r>
            <a:r>
              <a:rPr lang="es-ES" dirty="0" err="1"/>
              <a:t>alto_b</a:t>
            </a:r>
            <a:r>
              <a:rPr lang="es-ES" dirty="0"/>
              <a:t> + 100</a:t>
            </a:r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bloques.append</a:t>
            </a:r>
            <a:r>
              <a:rPr lang="es-ES" dirty="0"/>
              <a:t>(Bloque(offset*</a:t>
            </a:r>
            <a:r>
              <a:rPr lang="es-ES" dirty="0" err="1"/>
              <a:t>ancho_b</a:t>
            </a:r>
            <a:r>
              <a:rPr lang="es-ES" dirty="0"/>
              <a:t>, y, </a:t>
            </a:r>
            <a:r>
              <a:rPr lang="es-ES" dirty="0" err="1"/>
              <a:t>ancho_b</a:t>
            </a:r>
            <a:r>
              <a:rPr lang="es-ES" dirty="0"/>
              <a:t>, </a:t>
            </a:r>
            <a:r>
              <a:rPr lang="es-ES" dirty="0" err="1"/>
              <a:t>alto_b</a:t>
            </a:r>
            <a:r>
              <a:rPr lang="es-ES" dirty="0"/>
              <a:t>))</a:t>
            </a:r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bloques.append</a:t>
            </a:r>
            <a:r>
              <a:rPr lang="es-ES" dirty="0"/>
              <a:t>(Bloque((offset+shape_w-1)*</a:t>
            </a:r>
            <a:r>
              <a:rPr lang="es-ES" dirty="0" err="1"/>
              <a:t>ancho_b</a:t>
            </a:r>
            <a:r>
              <a:rPr lang="es-ES" dirty="0"/>
              <a:t>, y, </a:t>
            </a:r>
            <a:r>
              <a:rPr lang="es-ES" dirty="0" err="1"/>
              <a:t>ancho_b</a:t>
            </a:r>
            <a:r>
              <a:rPr lang="es-ES" dirty="0"/>
              <a:t>, </a:t>
            </a:r>
            <a:r>
              <a:rPr lang="es-ES" dirty="0" err="1"/>
              <a:t>alto_b</a:t>
            </a:r>
            <a:r>
              <a:rPr lang="es-ES" dirty="0"/>
              <a:t>))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for</a:t>
            </a:r>
            <a:r>
              <a:rPr lang="es-ES" dirty="0"/>
              <a:t> c in </a:t>
            </a:r>
            <a:r>
              <a:rPr lang="es-ES" dirty="0" err="1"/>
              <a:t>range</a:t>
            </a:r>
            <a:r>
              <a:rPr lang="es-ES" dirty="0"/>
              <a:t>(</a:t>
            </a:r>
            <a:r>
              <a:rPr lang="es-ES" dirty="0" err="1"/>
              <a:t>shape_w</a:t>
            </a:r>
            <a:r>
              <a:rPr lang="es-ES" dirty="0"/>
              <a:t>):</a:t>
            </a:r>
          </a:p>
          <a:p>
            <a:pPr marL="0" indent="0">
              <a:buNone/>
            </a:pPr>
            <a:r>
              <a:rPr lang="es-ES" dirty="0"/>
              <a:t>                x = (</a:t>
            </a:r>
            <a:r>
              <a:rPr lang="es-ES" dirty="0" err="1"/>
              <a:t>offset+c</a:t>
            </a:r>
            <a:r>
              <a:rPr lang="es-ES" dirty="0"/>
              <a:t>)*</a:t>
            </a:r>
            <a:r>
              <a:rPr lang="es-ES" dirty="0" err="1"/>
              <a:t>ancho_b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bloques.append</a:t>
            </a:r>
            <a:r>
              <a:rPr lang="es-ES" dirty="0"/>
              <a:t>(Bloque(x, 100, </a:t>
            </a:r>
            <a:r>
              <a:rPr lang="es-ES" dirty="0" err="1"/>
              <a:t>ancho_b</a:t>
            </a:r>
            <a:r>
              <a:rPr lang="es-ES" dirty="0"/>
              <a:t>, </a:t>
            </a:r>
            <a:r>
              <a:rPr lang="es-ES" dirty="0" err="1"/>
              <a:t>alto_b</a:t>
            </a:r>
            <a:r>
              <a:rPr lang="es-ES" dirty="0"/>
              <a:t>))</a:t>
            </a:r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bloques.append</a:t>
            </a:r>
            <a:r>
              <a:rPr lang="es-ES" dirty="0"/>
              <a:t>(Bloque(x, (rows-1)*alto_b+100, </a:t>
            </a:r>
            <a:r>
              <a:rPr lang="es-ES" dirty="0" err="1"/>
              <a:t>ancho_b</a:t>
            </a:r>
            <a:r>
              <a:rPr lang="es-ES" dirty="0"/>
              <a:t>, </a:t>
            </a:r>
            <a:r>
              <a:rPr lang="es-ES" dirty="0" err="1"/>
              <a:t>alto_b</a:t>
            </a:r>
            <a:r>
              <a:rPr lang="es-ES" dirty="0"/>
              <a:t>))</a:t>
            </a:r>
          </a:p>
          <a:p>
            <a:pPr marL="0" indent="0">
              <a:buNone/>
            </a:pPr>
            <a:r>
              <a:rPr lang="es-ES" dirty="0"/>
              <a:t>    </a:t>
            </a:r>
            <a:r>
              <a:rPr lang="es-ES" dirty="0" err="1"/>
              <a:t>return</a:t>
            </a:r>
            <a:r>
              <a:rPr lang="es-ES" dirty="0"/>
              <a:t> bloques</a:t>
            </a:r>
          </a:p>
        </p:txBody>
      </p:sp>
    </p:spTree>
    <p:extLst>
      <p:ext uri="{BB962C8B-B14F-4D97-AF65-F5344CB8AC3E}">
        <p14:creationId xmlns:p14="http://schemas.microsoft.com/office/powerpoint/2010/main" val="4116497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175C2-6423-365F-DC03-CF46AE5E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1737F5-6A3F-F4E8-4DAF-C7B88C8AF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487680"/>
            <a:ext cx="11399520" cy="582168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s-ES" dirty="0"/>
              <a:t># Lógica de juego con colisión pixel a pixel y salida con ESC</a:t>
            </a:r>
          </a:p>
          <a:p>
            <a:pPr marL="0" indent="0">
              <a:buNone/>
            </a:pPr>
            <a:r>
              <a:rPr lang="es-ES" dirty="0" err="1"/>
              <a:t>def</a:t>
            </a:r>
            <a:r>
              <a:rPr lang="es-ES" dirty="0"/>
              <a:t> </a:t>
            </a:r>
            <a:r>
              <a:rPr lang="es-ES" dirty="0" err="1"/>
              <a:t>game_loop</a:t>
            </a:r>
            <a:r>
              <a:rPr lang="es-ES" dirty="0"/>
              <a:t>(nivel, vidas):</a:t>
            </a:r>
          </a:p>
          <a:p>
            <a:pPr marL="0" indent="0">
              <a:buNone/>
            </a:pPr>
            <a:r>
              <a:rPr lang="es-ES" dirty="0"/>
              <a:t>    esperando = True</a:t>
            </a:r>
          </a:p>
          <a:p>
            <a:pPr marL="0" indent="0">
              <a:buNone/>
            </a:pPr>
            <a:r>
              <a:rPr lang="es-ES" dirty="0"/>
              <a:t>    bloques = </a:t>
            </a:r>
            <a:r>
              <a:rPr lang="es-ES" dirty="0" err="1"/>
              <a:t>crear_bloques</a:t>
            </a:r>
            <a:r>
              <a:rPr lang="es-ES" dirty="0"/>
              <a:t>(nivel)</a:t>
            </a:r>
          </a:p>
          <a:p>
            <a:pPr marL="0" indent="0">
              <a:buNone/>
            </a:pPr>
            <a:r>
              <a:rPr lang="es-ES" dirty="0"/>
              <a:t>    pelota = </a:t>
            </a:r>
            <a:r>
              <a:rPr lang="es-ES" dirty="0" err="1"/>
              <a:t>pygame.Rect</a:t>
            </a:r>
            <a:r>
              <a:rPr lang="es-ES" dirty="0"/>
              <a:t>((ANCHO-BALL_SIZE)//2, ALTO//2, BALL_SIZE, BALL_SIZE)</a:t>
            </a:r>
          </a:p>
          <a:p>
            <a:pPr marL="0" indent="0">
              <a:buNone/>
            </a:pPr>
            <a:r>
              <a:rPr lang="es-ES" dirty="0"/>
              <a:t>    </a:t>
            </a:r>
            <a:r>
              <a:rPr lang="es-ES" dirty="0" err="1"/>
              <a:t>movpx</a:t>
            </a:r>
            <a:r>
              <a:rPr lang="es-ES" dirty="0"/>
              <a:t>, </a:t>
            </a:r>
            <a:r>
              <a:rPr lang="es-ES" dirty="0" err="1"/>
              <a:t>movpy</a:t>
            </a:r>
            <a:r>
              <a:rPr lang="es-ES" dirty="0"/>
              <a:t> = 0, 0</a:t>
            </a:r>
          </a:p>
          <a:p>
            <a:pPr marL="0" indent="0">
              <a:buNone/>
            </a:pPr>
            <a:r>
              <a:rPr lang="es-ES" dirty="0"/>
              <a:t>    </a:t>
            </a:r>
            <a:r>
              <a:rPr lang="es-ES" dirty="0" err="1"/>
              <a:t>jposx</a:t>
            </a:r>
            <a:r>
              <a:rPr lang="es-ES" dirty="0"/>
              <a:t> = (ANCHO-JANCHO)//2</a:t>
            </a:r>
          </a:p>
          <a:p>
            <a:pPr marL="0" indent="0">
              <a:buNone/>
            </a:pPr>
            <a:r>
              <a:rPr lang="es-ES" dirty="0"/>
              <a:t>    </a:t>
            </a:r>
            <a:r>
              <a:rPr lang="es-ES" dirty="0" err="1"/>
              <a:t>jmovx</a:t>
            </a:r>
            <a:r>
              <a:rPr lang="es-ES" dirty="0"/>
              <a:t> = 0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    </a:t>
            </a:r>
            <a:r>
              <a:rPr lang="es-ES" dirty="0" err="1"/>
              <a:t>while</a:t>
            </a:r>
            <a:r>
              <a:rPr lang="es-ES" dirty="0"/>
              <a:t> True: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AREAJUEGO.fill</a:t>
            </a:r>
            <a:r>
              <a:rPr lang="es-ES" dirty="0"/>
              <a:t>(NEGRO)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for</a:t>
            </a:r>
            <a:r>
              <a:rPr lang="es-ES" dirty="0"/>
              <a:t> e in </a:t>
            </a:r>
            <a:r>
              <a:rPr lang="es-ES" dirty="0" err="1"/>
              <a:t>pygame.event.get</a:t>
            </a:r>
            <a:r>
              <a:rPr lang="es-ES" dirty="0"/>
              <a:t>():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e.type</a:t>
            </a:r>
            <a:r>
              <a:rPr lang="es-ES" dirty="0"/>
              <a:t> == </a:t>
            </a:r>
            <a:r>
              <a:rPr lang="es-ES" dirty="0" err="1"/>
              <a:t>pygame.QUIT</a:t>
            </a:r>
            <a:r>
              <a:rPr lang="es-ES" dirty="0"/>
              <a:t>:</a:t>
            </a:r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pygame.quit</a:t>
            </a:r>
            <a:r>
              <a:rPr lang="es-ES" dirty="0"/>
              <a:t>(); </a:t>
            </a:r>
            <a:r>
              <a:rPr lang="es-ES" dirty="0" err="1"/>
              <a:t>quit</a:t>
            </a:r>
            <a:r>
              <a:rPr lang="es-ES" dirty="0"/>
              <a:t>()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e.type</a:t>
            </a:r>
            <a:r>
              <a:rPr lang="es-ES" dirty="0"/>
              <a:t> == </a:t>
            </a:r>
            <a:r>
              <a:rPr lang="es-ES" dirty="0" err="1"/>
              <a:t>pygame.KEYDOWN</a:t>
            </a:r>
            <a:r>
              <a:rPr lang="es-ES" dirty="0"/>
              <a:t>:</a:t>
            </a:r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e.key</a:t>
            </a:r>
            <a:r>
              <a:rPr lang="es-ES" dirty="0"/>
              <a:t> == </a:t>
            </a:r>
            <a:r>
              <a:rPr lang="es-ES" dirty="0" err="1"/>
              <a:t>pygame.K_ESCAPE</a:t>
            </a:r>
            <a:r>
              <a:rPr lang="es-ES" dirty="0"/>
              <a:t>:</a:t>
            </a:r>
          </a:p>
          <a:p>
            <a:pPr marL="0" indent="0">
              <a:buNone/>
            </a:pPr>
            <a:r>
              <a:rPr lang="es-ES" dirty="0"/>
              <a:t>                    </a:t>
            </a:r>
            <a:r>
              <a:rPr lang="es-ES" dirty="0" err="1"/>
              <a:t>return</a:t>
            </a:r>
            <a:r>
              <a:rPr lang="es-ES" dirty="0"/>
              <a:t> False, vidas</a:t>
            </a:r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e.key</a:t>
            </a:r>
            <a:r>
              <a:rPr lang="es-ES" dirty="0"/>
              <a:t> == </a:t>
            </a:r>
            <a:r>
              <a:rPr lang="es-ES" dirty="0" err="1"/>
              <a:t>pygame.K_SPACE</a:t>
            </a:r>
            <a:r>
              <a:rPr lang="es-ES" dirty="0"/>
              <a:t> and esperando:</a:t>
            </a:r>
          </a:p>
          <a:p>
            <a:pPr marL="0" indent="0">
              <a:buNone/>
            </a:pPr>
            <a:r>
              <a:rPr lang="es-ES" dirty="0"/>
              <a:t>                    </a:t>
            </a:r>
            <a:r>
              <a:rPr lang="es-ES" dirty="0" err="1"/>
              <a:t>movpx</a:t>
            </a:r>
            <a:r>
              <a:rPr lang="es-ES" dirty="0"/>
              <a:t>, </a:t>
            </a:r>
            <a:r>
              <a:rPr lang="es-ES" dirty="0" err="1"/>
              <a:t>movpy</a:t>
            </a:r>
            <a:r>
              <a:rPr lang="es-ES" dirty="0"/>
              <a:t> = 0, 5 + nivel</a:t>
            </a:r>
          </a:p>
          <a:p>
            <a:pPr marL="0" indent="0">
              <a:buNone/>
            </a:pPr>
            <a:r>
              <a:rPr lang="es-ES" dirty="0"/>
              <a:t>                    esperando = False</a:t>
            </a:r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e.key</a:t>
            </a:r>
            <a:r>
              <a:rPr lang="es-ES" dirty="0"/>
              <a:t> == </a:t>
            </a:r>
            <a:r>
              <a:rPr lang="es-ES" dirty="0" err="1"/>
              <a:t>pygame.K_LEFT</a:t>
            </a:r>
            <a:r>
              <a:rPr lang="es-ES" dirty="0"/>
              <a:t>:</a:t>
            </a:r>
          </a:p>
          <a:p>
            <a:pPr marL="0" indent="0">
              <a:buNone/>
            </a:pPr>
            <a:r>
              <a:rPr lang="es-ES" dirty="0"/>
              <a:t>                    </a:t>
            </a:r>
            <a:r>
              <a:rPr lang="es-ES" dirty="0" err="1"/>
              <a:t>jmovx</a:t>
            </a:r>
            <a:r>
              <a:rPr lang="es-ES" dirty="0"/>
              <a:t> = -8</a:t>
            </a:r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e.key</a:t>
            </a:r>
            <a:r>
              <a:rPr lang="es-ES" dirty="0"/>
              <a:t> == </a:t>
            </a:r>
            <a:r>
              <a:rPr lang="es-ES" dirty="0" err="1"/>
              <a:t>pygame.K_RIGHT</a:t>
            </a:r>
            <a:r>
              <a:rPr lang="es-ES" dirty="0"/>
              <a:t>:</a:t>
            </a:r>
          </a:p>
          <a:p>
            <a:pPr marL="0" indent="0">
              <a:buNone/>
            </a:pPr>
            <a:r>
              <a:rPr lang="es-ES" dirty="0"/>
              <a:t>                    </a:t>
            </a:r>
            <a:r>
              <a:rPr lang="es-ES" dirty="0" err="1"/>
              <a:t>jmovx</a:t>
            </a:r>
            <a:r>
              <a:rPr lang="es-ES" dirty="0"/>
              <a:t> = 8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e.type</a:t>
            </a:r>
            <a:r>
              <a:rPr lang="es-ES" dirty="0"/>
              <a:t> == </a:t>
            </a:r>
            <a:r>
              <a:rPr lang="es-ES" dirty="0" err="1"/>
              <a:t>pygame.KEYUP</a:t>
            </a:r>
            <a:r>
              <a:rPr lang="es-ES" dirty="0"/>
              <a:t> and </a:t>
            </a:r>
            <a:r>
              <a:rPr lang="es-ES" dirty="0" err="1"/>
              <a:t>e.key</a:t>
            </a:r>
            <a:r>
              <a:rPr lang="es-ES" dirty="0"/>
              <a:t> in (</a:t>
            </a:r>
            <a:r>
              <a:rPr lang="es-ES" dirty="0" err="1"/>
              <a:t>pygame.K_LEFT</a:t>
            </a:r>
            <a:r>
              <a:rPr lang="es-ES" dirty="0"/>
              <a:t>, </a:t>
            </a:r>
            <a:r>
              <a:rPr lang="es-ES" dirty="0" err="1"/>
              <a:t>pygame.K_RIGHT</a:t>
            </a:r>
            <a:r>
              <a:rPr lang="es-ES" dirty="0"/>
              <a:t>):</a:t>
            </a:r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jmovx</a:t>
            </a:r>
            <a:r>
              <a:rPr lang="es-ES" dirty="0"/>
              <a:t> = 0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7CB4DA6-142E-9969-64DF-9CC6FFDD844A}"/>
              </a:ext>
            </a:extLst>
          </p:cNvPr>
          <p:cNvSpPr/>
          <p:nvPr/>
        </p:nvSpPr>
        <p:spPr>
          <a:xfrm>
            <a:off x="6936280" y="863726"/>
            <a:ext cx="3851031" cy="5370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La función </a:t>
            </a:r>
            <a:r>
              <a:rPr lang="es-ES" dirty="0" err="1"/>
              <a:t>game_loop</a:t>
            </a:r>
            <a:r>
              <a:rPr lang="es-ES" dirty="0"/>
              <a:t>() es la parte central del juego. Aquí se inicializan los bloques, la pelota y la paleta. Se crea un bucle que se repite constantemente mientras se está jugando. Dentro de este bucle se dibujan los objetos, se actualizan las posiciones y se revisan las colisiones.</a:t>
            </a:r>
          </a:p>
        </p:txBody>
      </p:sp>
    </p:spTree>
    <p:extLst>
      <p:ext uri="{BB962C8B-B14F-4D97-AF65-F5344CB8AC3E}">
        <p14:creationId xmlns:p14="http://schemas.microsoft.com/office/powerpoint/2010/main" val="508325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2E2D2-0533-B1C3-E6C0-5F0D72769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13EDE7-604C-D198-CFC9-03A7640F1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487680"/>
            <a:ext cx="11399520" cy="582168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s-ES" dirty="0"/>
              <a:t> # Movimiento paleta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jposx</a:t>
            </a:r>
            <a:r>
              <a:rPr lang="es-ES" dirty="0"/>
              <a:t> = </a:t>
            </a:r>
            <a:r>
              <a:rPr lang="es-ES" dirty="0" err="1"/>
              <a:t>max</a:t>
            </a:r>
            <a:r>
              <a:rPr lang="es-ES" dirty="0"/>
              <a:t>(0, min(</a:t>
            </a:r>
            <a:r>
              <a:rPr lang="es-ES" dirty="0" err="1"/>
              <a:t>jposx+jmovx</a:t>
            </a:r>
            <a:r>
              <a:rPr lang="es-ES" dirty="0"/>
              <a:t>, ANCHO-JANCHO))</a:t>
            </a:r>
          </a:p>
          <a:p>
            <a:pPr marL="0" indent="0">
              <a:buNone/>
            </a:pPr>
            <a:r>
              <a:rPr lang="es-ES" dirty="0"/>
              <a:t>        paleta = </a:t>
            </a:r>
            <a:r>
              <a:rPr lang="es-ES" dirty="0" err="1"/>
              <a:t>pygame.Rect</a:t>
            </a:r>
            <a:r>
              <a:rPr lang="es-ES" dirty="0"/>
              <a:t>(</a:t>
            </a:r>
            <a:r>
              <a:rPr lang="es-ES" dirty="0" err="1"/>
              <a:t>jposx</a:t>
            </a:r>
            <a:r>
              <a:rPr lang="es-ES" dirty="0"/>
              <a:t>, ALTO-JALTO-20, JANCHO, JALTO)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        # Colisiones pixel a pixel X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dx</a:t>
            </a:r>
            <a:r>
              <a:rPr lang="es-ES" dirty="0"/>
              <a:t>, </a:t>
            </a:r>
            <a:r>
              <a:rPr lang="es-ES" dirty="0" err="1"/>
              <a:t>dy</a:t>
            </a:r>
            <a:r>
              <a:rPr lang="es-ES" dirty="0"/>
              <a:t> = </a:t>
            </a:r>
            <a:r>
              <a:rPr lang="es-ES" dirty="0" err="1"/>
              <a:t>movpx</a:t>
            </a:r>
            <a:r>
              <a:rPr lang="es-ES" dirty="0"/>
              <a:t>, </a:t>
            </a:r>
            <a:r>
              <a:rPr lang="es-ES" dirty="0" err="1"/>
              <a:t>movpy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step_x</a:t>
            </a:r>
            <a:r>
              <a:rPr lang="es-ES" dirty="0"/>
              <a:t> = 1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dx</a:t>
            </a:r>
            <a:r>
              <a:rPr lang="es-ES" dirty="0"/>
              <a:t>&gt;0 </a:t>
            </a:r>
            <a:r>
              <a:rPr lang="es-ES" dirty="0" err="1"/>
              <a:t>else</a:t>
            </a:r>
            <a:r>
              <a:rPr lang="es-ES" dirty="0"/>
              <a:t> -1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dx</a:t>
            </a:r>
            <a:r>
              <a:rPr lang="es-ES" dirty="0"/>
              <a:t>&lt;0 </a:t>
            </a:r>
            <a:r>
              <a:rPr lang="es-ES" dirty="0" err="1"/>
              <a:t>else</a:t>
            </a:r>
            <a:r>
              <a:rPr lang="es-ES" dirty="0"/>
              <a:t> 0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for</a:t>
            </a:r>
            <a:r>
              <a:rPr lang="es-ES" dirty="0"/>
              <a:t> _ in </a:t>
            </a:r>
            <a:r>
              <a:rPr lang="es-ES" dirty="0" err="1"/>
              <a:t>range</a:t>
            </a:r>
            <a:r>
              <a:rPr lang="es-ES" dirty="0"/>
              <a:t>(</a:t>
            </a:r>
            <a:r>
              <a:rPr lang="es-ES" dirty="0" err="1"/>
              <a:t>abs</a:t>
            </a:r>
            <a:r>
              <a:rPr lang="es-ES" dirty="0"/>
              <a:t>(</a:t>
            </a:r>
            <a:r>
              <a:rPr lang="es-ES" dirty="0" err="1"/>
              <a:t>dx</a:t>
            </a:r>
            <a:r>
              <a:rPr lang="es-ES" dirty="0"/>
              <a:t>)):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pelota.x</a:t>
            </a:r>
            <a:r>
              <a:rPr lang="es-ES" dirty="0"/>
              <a:t> += </a:t>
            </a:r>
            <a:r>
              <a:rPr lang="es-ES" dirty="0" err="1"/>
              <a:t>step_x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pelota.left</a:t>
            </a:r>
            <a:r>
              <a:rPr lang="es-ES" dirty="0"/>
              <a:t>&lt;=0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pelota.right</a:t>
            </a:r>
            <a:r>
              <a:rPr lang="es-ES" dirty="0"/>
              <a:t>&gt;=ANCHO:</a:t>
            </a:r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movpx</a:t>
            </a:r>
            <a:r>
              <a:rPr lang="es-ES" dirty="0"/>
              <a:t>*=-1; </a:t>
            </a:r>
            <a:r>
              <a:rPr lang="es-ES" dirty="0" err="1"/>
              <a:t>pelota.x</a:t>
            </a:r>
            <a:r>
              <a:rPr lang="es-ES" dirty="0"/>
              <a:t>-=</a:t>
            </a:r>
            <a:r>
              <a:rPr lang="es-ES" dirty="0" err="1"/>
              <a:t>step_x</a:t>
            </a:r>
            <a:r>
              <a:rPr lang="es-ES" dirty="0"/>
              <a:t>; break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bloq</a:t>
            </a:r>
            <a:r>
              <a:rPr lang="es-ES" dirty="0"/>
              <a:t> in bloques[:]:</a:t>
            </a:r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pelota.colliderect</a:t>
            </a:r>
            <a:r>
              <a:rPr lang="es-ES" dirty="0"/>
              <a:t>(</a:t>
            </a:r>
            <a:r>
              <a:rPr lang="es-ES" dirty="0" err="1"/>
              <a:t>bloq.rect</a:t>
            </a:r>
            <a:r>
              <a:rPr lang="es-ES" dirty="0"/>
              <a:t>):</a:t>
            </a:r>
          </a:p>
          <a:p>
            <a:pPr marL="0" indent="0">
              <a:buNone/>
            </a:pPr>
            <a:r>
              <a:rPr lang="es-ES" dirty="0"/>
              <a:t>                    </a:t>
            </a:r>
            <a:r>
              <a:rPr lang="es-ES" dirty="0" err="1"/>
              <a:t>bloques.remove</a:t>
            </a:r>
            <a:r>
              <a:rPr lang="es-ES" dirty="0"/>
              <a:t>(</a:t>
            </a:r>
            <a:r>
              <a:rPr lang="es-ES" dirty="0" err="1"/>
              <a:t>bloq</a:t>
            </a:r>
            <a:r>
              <a:rPr lang="es-ES" dirty="0"/>
              <a:t>); </a:t>
            </a:r>
            <a:r>
              <a:rPr lang="es-ES" dirty="0" err="1"/>
              <a:t>movpx</a:t>
            </a:r>
            <a:r>
              <a:rPr lang="es-ES" dirty="0"/>
              <a:t>*=-1; </a:t>
            </a:r>
            <a:r>
              <a:rPr lang="es-ES" dirty="0" err="1"/>
              <a:t>pelota.x</a:t>
            </a:r>
            <a:r>
              <a:rPr lang="es-ES" dirty="0"/>
              <a:t>-=</a:t>
            </a:r>
            <a:r>
              <a:rPr lang="es-ES" dirty="0" err="1"/>
              <a:t>step_x</a:t>
            </a:r>
            <a:r>
              <a:rPr lang="es-ES" dirty="0"/>
              <a:t>; break</a:t>
            </a:r>
          </a:p>
          <a:p>
            <a:pPr marL="0" indent="0">
              <a:buNone/>
            </a:pPr>
            <a:r>
              <a:rPr lang="es-ES" dirty="0"/>
              <a:t>        # Colisiones pixel a pixel Y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step_y</a:t>
            </a:r>
            <a:r>
              <a:rPr lang="es-ES" dirty="0"/>
              <a:t> = 1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dy</a:t>
            </a:r>
            <a:r>
              <a:rPr lang="es-ES" dirty="0"/>
              <a:t>&gt;0 </a:t>
            </a:r>
            <a:r>
              <a:rPr lang="es-ES" dirty="0" err="1"/>
              <a:t>else</a:t>
            </a:r>
            <a:r>
              <a:rPr lang="es-ES" dirty="0"/>
              <a:t> -1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dy</a:t>
            </a:r>
            <a:r>
              <a:rPr lang="es-ES" dirty="0"/>
              <a:t>&lt;0 </a:t>
            </a:r>
            <a:r>
              <a:rPr lang="es-ES" dirty="0" err="1"/>
              <a:t>else</a:t>
            </a:r>
            <a:r>
              <a:rPr lang="es-ES" dirty="0"/>
              <a:t> 0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for</a:t>
            </a:r>
            <a:r>
              <a:rPr lang="es-ES" dirty="0"/>
              <a:t> _ in </a:t>
            </a:r>
            <a:r>
              <a:rPr lang="es-ES" dirty="0" err="1"/>
              <a:t>range</a:t>
            </a:r>
            <a:r>
              <a:rPr lang="es-ES" dirty="0"/>
              <a:t>(</a:t>
            </a:r>
            <a:r>
              <a:rPr lang="es-ES" dirty="0" err="1"/>
              <a:t>abs</a:t>
            </a:r>
            <a:r>
              <a:rPr lang="es-ES" dirty="0"/>
              <a:t>(</a:t>
            </a:r>
            <a:r>
              <a:rPr lang="es-ES" dirty="0" err="1"/>
              <a:t>dy</a:t>
            </a:r>
            <a:r>
              <a:rPr lang="es-ES" dirty="0"/>
              <a:t>)):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pelota.y</a:t>
            </a:r>
            <a:r>
              <a:rPr lang="es-ES" dirty="0"/>
              <a:t> += </a:t>
            </a:r>
            <a:r>
              <a:rPr lang="es-ES" dirty="0" err="1"/>
              <a:t>step_y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pelota.top</a:t>
            </a:r>
            <a:r>
              <a:rPr lang="es-ES" dirty="0"/>
              <a:t>&lt;=0:</a:t>
            </a:r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movpy</a:t>
            </a:r>
            <a:r>
              <a:rPr lang="es-ES" dirty="0"/>
              <a:t>*=-1; </a:t>
            </a:r>
            <a:r>
              <a:rPr lang="es-ES" dirty="0" err="1"/>
              <a:t>pelota.y</a:t>
            </a:r>
            <a:r>
              <a:rPr lang="es-ES" dirty="0"/>
              <a:t>-=</a:t>
            </a:r>
            <a:r>
              <a:rPr lang="es-ES" dirty="0" err="1"/>
              <a:t>step_y</a:t>
            </a:r>
            <a:r>
              <a:rPr lang="es-ES" dirty="0"/>
              <a:t>; break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movpy</a:t>
            </a:r>
            <a:r>
              <a:rPr lang="es-ES" dirty="0"/>
              <a:t>&gt;0 and </a:t>
            </a:r>
            <a:r>
              <a:rPr lang="es-ES" dirty="0" err="1"/>
              <a:t>pelota.colliderect</a:t>
            </a:r>
            <a:r>
              <a:rPr lang="es-ES" dirty="0"/>
              <a:t>(paleta):</a:t>
            </a:r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pelota.bottom</a:t>
            </a:r>
            <a:r>
              <a:rPr lang="es-ES" dirty="0"/>
              <a:t>=paleta.top-1; </a:t>
            </a:r>
            <a:r>
              <a:rPr lang="es-ES" dirty="0" err="1"/>
              <a:t>movpy</a:t>
            </a:r>
            <a:r>
              <a:rPr lang="es-ES" dirty="0"/>
              <a:t>*=-1</a:t>
            </a:r>
          </a:p>
          <a:p>
            <a:pPr marL="0" indent="0">
              <a:buNone/>
            </a:pPr>
            <a:r>
              <a:rPr lang="es-ES" dirty="0"/>
              <a:t>                offset=(</a:t>
            </a:r>
            <a:r>
              <a:rPr lang="es-ES" dirty="0" err="1"/>
              <a:t>pelota.centerx-paleta.centerx</a:t>
            </a:r>
            <a:r>
              <a:rPr lang="es-ES" dirty="0"/>
              <a:t>)/(JANCHO/2)</a:t>
            </a:r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movpx</a:t>
            </a:r>
            <a:r>
              <a:rPr lang="es-ES" dirty="0"/>
              <a:t>=</a:t>
            </a:r>
            <a:r>
              <a:rPr lang="es-ES" dirty="0" err="1"/>
              <a:t>int</a:t>
            </a:r>
            <a:r>
              <a:rPr lang="es-ES" dirty="0"/>
              <a:t>((5+nivel)*offset); break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bloq</a:t>
            </a:r>
            <a:r>
              <a:rPr lang="es-ES" dirty="0"/>
              <a:t> in bloques[:]:</a:t>
            </a:r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pelota.colliderect</a:t>
            </a:r>
            <a:r>
              <a:rPr lang="es-ES" dirty="0"/>
              <a:t>(</a:t>
            </a:r>
            <a:r>
              <a:rPr lang="es-ES" dirty="0" err="1"/>
              <a:t>bloq.rect</a:t>
            </a:r>
            <a:r>
              <a:rPr lang="es-ES" dirty="0"/>
              <a:t>):</a:t>
            </a:r>
          </a:p>
          <a:p>
            <a:pPr marL="0" indent="0">
              <a:buNone/>
            </a:pPr>
            <a:r>
              <a:rPr lang="es-ES" dirty="0"/>
              <a:t>                    </a:t>
            </a:r>
            <a:r>
              <a:rPr lang="es-ES" dirty="0" err="1"/>
              <a:t>bloques.remove</a:t>
            </a:r>
            <a:r>
              <a:rPr lang="es-ES" dirty="0"/>
              <a:t>(</a:t>
            </a:r>
            <a:r>
              <a:rPr lang="es-ES" dirty="0" err="1"/>
              <a:t>bloq</a:t>
            </a:r>
            <a:r>
              <a:rPr lang="es-ES" dirty="0"/>
              <a:t>); </a:t>
            </a:r>
            <a:r>
              <a:rPr lang="es-ES" dirty="0" err="1"/>
              <a:t>movpy</a:t>
            </a:r>
            <a:r>
              <a:rPr lang="es-ES" dirty="0"/>
              <a:t>*=-1</a:t>
            </a:r>
          </a:p>
          <a:p>
            <a:pPr marL="0" indent="0">
              <a:buNone/>
            </a:pPr>
            <a:r>
              <a:rPr lang="es-ES" dirty="0"/>
              <a:t>                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step_y</a:t>
            </a:r>
            <a:r>
              <a:rPr lang="es-ES" dirty="0"/>
              <a:t>&gt;0: </a:t>
            </a:r>
            <a:r>
              <a:rPr lang="es-ES" dirty="0" err="1"/>
              <a:t>pelota.bottom</a:t>
            </a:r>
            <a:r>
              <a:rPr lang="es-ES" dirty="0"/>
              <a:t>=bloq.rect.top-1</a:t>
            </a:r>
          </a:p>
          <a:p>
            <a:pPr marL="0" indent="0">
              <a:buNone/>
            </a:pPr>
            <a:r>
              <a:rPr lang="es-ES" dirty="0"/>
              <a:t>                    </a:t>
            </a:r>
            <a:r>
              <a:rPr lang="es-ES" dirty="0" err="1"/>
              <a:t>else</a:t>
            </a:r>
            <a:r>
              <a:rPr lang="es-ES" dirty="0"/>
              <a:t>: </a:t>
            </a:r>
            <a:r>
              <a:rPr lang="es-ES" dirty="0" err="1"/>
              <a:t>pelota.top</a:t>
            </a:r>
            <a:r>
              <a:rPr lang="es-ES" dirty="0"/>
              <a:t>=bloq.rect.bottom+1</a:t>
            </a:r>
          </a:p>
          <a:p>
            <a:pPr marL="0" indent="0">
              <a:buNone/>
            </a:pPr>
            <a:r>
              <a:rPr lang="es-ES" dirty="0"/>
              <a:t>                    break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5EAE661-2DA5-15C1-E562-44480D34E51B}"/>
              </a:ext>
            </a:extLst>
          </p:cNvPr>
          <p:cNvSpPr/>
          <p:nvPr/>
        </p:nvSpPr>
        <p:spPr>
          <a:xfrm>
            <a:off x="6936280" y="863726"/>
            <a:ext cx="3851031" cy="5370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El jugador controla la paleta con las flechas y lanza la pelota con la barra espaciadora. Usamos detección de colisiones pixel a pixel: si la pelota toca un bloque, este desaparece; si choca con la paleta, rebota con un ángulo según el punto de impacto. Esto hace que el juego sea más fluido y realista.</a:t>
            </a:r>
          </a:p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34784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8B0D2-9660-E562-AF89-37FEC1288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580B4D-C6CB-7043-61C5-8F46B7DA4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39" y="114054"/>
            <a:ext cx="11510625" cy="667020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s-ES" dirty="0"/>
              <a:t> # Dibujar escena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bloq</a:t>
            </a:r>
            <a:r>
              <a:rPr lang="es-ES" dirty="0"/>
              <a:t> in bloques: </a:t>
            </a:r>
            <a:r>
              <a:rPr lang="es-ES" dirty="0" err="1"/>
              <a:t>bloq.draw</a:t>
            </a:r>
            <a:r>
              <a:rPr lang="es-ES" dirty="0"/>
              <a:t>(AREAJUEGO)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pygame.draw.rect</a:t>
            </a:r>
            <a:r>
              <a:rPr lang="es-ES" dirty="0"/>
              <a:t>(AREAJUEGO, (255,0,0), paleta)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pygame.draw.ellipse</a:t>
            </a:r>
            <a:r>
              <a:rPr lang="es-ES" dirty="0"/>
              <a:t>(AREAJUEGO, (0,255,0), pelota)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dibujar_vidas</a:t>
            </a:r>
            <a:r>
              <a:rPr lang="es-ES" dirty="0"/>
              <a:t>(vidas); </a:t>
            </a:r>
            <a:r>
              <a:rPr lang="es-ES" dirty="0" err="1"/>
              <a:t>dibujar_nivel</a:t>
            </a:r>
            <a:r>
              <a:rPr lang="es-ES" dirty="0"/>
              <a:t>(nivel)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pygame.display.update</a:t>
            </a:r>
            <a:r>
              <a:rPr lang="es-ES" dirty="0"/>
              <a:t>(); </a:t>
            </a:r>
            <a:r>
              <a:rPr lang="es-ES" dirty="0" err="1"/>
              <a:t>RELOJ.tick</a:t>
            </a:r>
            <a:r>
              <a:rPr lang="es-ES" dirty="0"/>
              <a:t>(FPS)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        # Perder vida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pelota.top</a:t>
            </a:r>
            <a:r>
              <a:rPr lang="es-ES" dirty="0"/>
              <a:t> &gt; ALTO:</a:t>
            </a:r>
          </a:p>
          <a:p>
            <a:pPr marL="0" indent="0">
              <a:buNone/>
            </a:pPr>
            <a:r>
              <a:rPr lang="es-ES" dirty="0"/>
              <a:t>            vidas -= 1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if</a:t>
            </a:r>
            <a:r>
              <a:rPr lang="es-ES" dirty="0"/>
              <a:t> vidas &lt;= 0:</a:t>
            </a:r>
          </a:p>
          <a:p>
            <a:pPr marL="0" indent="0">
              <a:buNone/>
            </a:pPr>
            <a:r>
              <a:rPr lang="es-ES" dirty="0"/>
              <a:t>                # Mensaje de derrota y volver al menú</a:t>
            </a:r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AREAJUEGO.fill</a:t>
            </a:r>
            <a:r>
              <a:rPr lang="es-ES" dirty="0"/>
              <a:t>(NEGRO)</a:t>
            </a:r>
          </a:p>
          <a:p>
            <a:pPr marL="0" indent="0">
              <a:buNone/>
            </a:pPr>
            <a:r>
              <a:rPr lang="es-ES" dirty="0"/>
              <a:t>                mensaje('¡A ESTUDIAR, CACHIMBO, PERDISTE!', ANCHO//2, ALTO//2 - 20)</a:t>
            </a:r>
          </a:p>
          <a:p>
            <a:pPr marL="0" indent="0">
              <a:buNone/>
            </a:pPr>
            <a:r>
              <a:rPr lang="es-ES" dirty="0"/>
              <a:t>                mensaje('Presione cualquier tecla para volver al menú.', ANCHO//2, ALTO//2 + 20, </a:t>
            </a:r>
            <a:r>
              <a:rPr lang="es-ES" dirty="0" err="1"/>
              <a:t>size</a:t>
            </a:r>
            <a:r>
              <a:rPr lang="es-ES" dirty="0"/>
              <a:t>=30)</a:t>
            </a:r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pygame.display.update</a:t>
            </a:r>
            <a:r>
              <a:rPr lang="es-ES" dirty="0"/>
              <a:t>()</a:t>
            </a:r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wait_for_key</a:t>
            </a:r>
            <a:r>
              <a:rPr lang="es-ES" dirty="0"/>
              <a:t>(</a:t>
            </a:r>
            <a:r>
              <a:rPr lang="es-ES" dirty="0" err="1"/>
              <a:t>main_menu</a:t>
            </a:r>
            <a:r>
              <a:rPr lang="es-ES" dirty="0"/>
              <a:t>)</a:t>
            </a:r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return</a:t>
            </a:r>
            <a:r>
              <a:rPr lang="es-ES" dirty="0"/>
              <a:t> False, vidas</a:t>
            </a:r>
          </a:p>
          <a:p>
            <a:pPr marL="0" indent="0">
              <a:buNone/>
            </a:pPr>
            <a:r>
              <a:rPr lang="es-ES" dirty="0"/>
              <a:t>            # Reiniciar bola y estado tras perder una vida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pelota.x</a:t>
            </a:r>
            <a:r>
              <a:rPr lang="es-ES" dirty="0"/>
              <a:t>, </a:t>
            </a:r>
            <a:r>
              <a:rPr lang="es-ES" dirty="0" err="1"/>
              <a:t>pelota.y</a:t>
            </a:r>
            <a:r>
              <a:rPr lang="es-ES" dirty="0"/>
              <a:t> = (ANCHO - BALL_SIZE)//2, ALTO//2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movpx</a:t>
            </a:r>
            <a:r>
              <a:rPr lang="es-ES" dirty="0"/>
              <a:t>, </a:t>
            </a:r>
            <a:r>
              <a:rPr lang="es-ES" dirty="0" err="1"/>
              <a:t>movpy</a:t>
            </a:r>
            <a:r>
              <a:rPr lang="es-ES" dirty="0"/>
              <a:t> = 0, 0</a:t>
            </a:r>
          </a:p>
          <a:p>
            <a:pPr marL="0" indent="0">
              <a:buNone/>
            </a:pPr>
            <a:r>
              <a:rPr lang="es-ES" dirty="0"/>
              <a:t>            esperando = True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time.sleep</a:t>
            </a:r>
            <a:r>
              <a:rPr lang="es-ES" dirty="0"/>
              <a:t>(1)</a:t>
            </a:r>
          </a:p>
          <a:p>
            <a:pPr marL="0" indent="0">
              <a:buNone/>
            </a:pPr>
            <a:r>
              <a:rPr lang="es-ES" dirty="0"/>
              <a:t>                # Nivel completado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not</a:t>
            </a:r>
            <a:r>
              <a:rPr lang="es-ES" dirty="0"/>
              <a:t> bloques:</a:t>
            </a:r>
          </a:p>
          <a:p>
            <a:pPr marL="0" indent="0">
              <a:buNone/>
            </a:pPr>
            <a:r>
              <a:rPr lang="es-ES" dirty="0"/>
              <a:t>            # Mensaje de felicitación y volver al menú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AREAJUEGO.fill</a:t>
            </a:r>
            <a:r>
              <a:rPr lang="es-ES" dirty="0"/>
              <a:t>(NEGRO)</a:t>
            </a:r>
          </a:p>
          <a:p>
            <a:pPr marL="0" indent="0">
              <a:buNone/>
            </a:pPr>
            <a:r>
              <a:rPr lang="es-ES" dirty="0"/>
              <a:t>            mensaje('¡FELICIDADES CACHIMBO, GANASTE!', ANCHO//2, ALTO//2 - 20)</a:t>
            </a:r>
          </a:p>
          <a:p>
            <a:pPr marL="0" indent="0">
              <a:buNone/>
            </a:pPr>
            <a:r>
              <a:rPr lang="es-ES" dirty="0"/>
              <a:t>            mensaje('Presione cualquier tecla para volver al menú.', ANCHO//2, ALTO//2 + 20, </a:t>
            </a:r>
            <a:r>
              <a:rPr lang="es-ES" dirty="0" err="1"/>
              <a:t>size</a:t>
            </a:r>
            <a:r>
              <a:rPr lang="es-ES" dirty="0"/>
              <a:t>=30)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pygame.display.update</a:t>
            </a:r>
            <a:r>
              <a:rPr lang="es-ES" dirty="0"/>
              <a:t>()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wait_for_key</a:t>
            </a:r>
            <a:r>
              <a:rPr lang="es-ES" dirty="0"/>
              <a:t>(</a:t>
            </a:r>
            <a:r>
              <a:rPr lang="es-ES" dirty="0" err="1"/>
              <a:t>main_menu</a:t>
            </a:r>
            <a:r>
              <a:rPr lang="es-ES" dirty="0"/>
              <a:t>)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return</a:t>
            </a:r>
            <a:r>
              <a:rPr lang="es-ES" dirty="0"/>
              <a:t> False, vidas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not</a:t>
            </a:r>
            <a:r>
              <a:rPr lang="es-ES" dirty="0"/>
              <a:t> bloques: </a:t>
            </a:r>
            <a:r>
              <a:rPr lang="es-ES" dirty="0" err="1"/>
              <a:t>return</a:t>
            </a:r>
            <a:r>
              <a:rPr lang="es-ES" dirty="0"/>
              <a:t> </a:t>
            </a:r>
            <a:r>
              <a:rPr lang="es-ES" dirty="0" err="1"/>
              <a:t>True,vidas</a:t>
            </a:r>
            <a:endParaRPr lang="es-ES" dirty="0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5E274A2D-54D2-0EDE-89DB-D960442B39E3}"/>
              </a:ext>
            </a:extLst>
          </p:cNvPr>
          <p:cNvSpPr/>
          <p:nvPr/>
        </p:nvSpPr>
        <p:spPr>
          <a:xfrm>
            <a:off x="11085095" y="6015789"/>
            <a:ext cx="710666" cy="7281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AB5B299-048C-AAEC-6F37-D95505DD331A}"/>
              </a:ext>
            </a:extLst>
          </p:cNvPr>
          <p:cNvSpPr/>
          <p:nvPr/>
        </p:nvSpPr>
        <p:spPr>
          <a:xfrm>
            <a:off x="6936280" y="863726"/>
            <a:ext cx="3851031" cy="5370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Al final del bucle, se revisa si el jugador perdió todas sus vidas o si destruyó todos los bloques. En ambos casos, se muestra un mensaje correspondiente: “Perdiste” o “Ganaste”. Después de eso, se espera que el jugador presione cualquier tecla para volver al menú principal.</a:t>
            </a:r>
          </a:p>
        </p:txBody>
      </p:sp>
    </p:spTree>
    <p:extLst>
      <p:ext uri="{BB962C8B-B14F-4D97-AF65-F5344CB8AC3E}">
        <p14:creationId xmlns:p14="http://schemas.microsoft.com/office/powerpoint/2010/main" val="546375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279BE-9ABE-0C2A-EAA5-75B6DAFA4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FDE46D-2DC1-BB30-3A58-10391CEC2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487680"/>
            <a:ext cx="11399520" cy="5821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600" dirty="0"/>
              <a:t># UI y menús</a:t>
            </a:r>
          </a:p>
          <a:p>
            <a:pPr marL="0" indent="0">
              <a:buNone/>
            </a:pPr>
            <a:endParaRPr lang="es-ES" sz="1600" dirty="0"/>
          </a:p>
          <a:p>
            <a:pPr marL="0" indent="0">
              <a:buNone/>
            </a:pPr>
            <a:r>
              <a:rPr lang="es-ES" sz="1600" dirty="0" err="1"/>
              <a:t>def</a:t>
            </a:r>
            <a:r>
              <a:rPr lang="es-ES" sz="1600" dirty="0"/>
              <a:t> </a:t>
            </a:r>
            <a:r>
              <a:rPr lang="es-ES" sz="1600" dirty="0" err="1"/>
              <a:t>wait_for_key</a:t>
            </a:r>
            <a:r>
              <a:rPr lang="es-ES" sz="1600" dirty="0"/>
              <a:t>(</a:t>
            </a:r>
            <a:r>
              <a:rPr lang="es-ES" sz="1600" dirty="0" err="1"/>
              <a:t>cb</a:t>
            </a:r>
            <a:r>
              <a:rPr lang="es-ES" sz="1600" dirty="0"/>
              <a:t>):</a:t>
            </a:r>
          </a:p>
          <a:p>
            <a:pPr marL="0" indent="0">
              <a:buNone/>
            </a:pPr>
            <a:r>
              <a:rPr lang="es-ES" sz="1600" dirty="0"/>
              <a:t>    </a:t>
            </a:r>
            <a:r>
              <a:rPr lang="es-ES" sz="1600" dirty="0" err="1"/>
              <a:t>while</a:t>
            </a:r>
            <a:r>
              <a:rPr lang="es-ES" sz="1600" dirty="0"/>
              <a:t> True:</a:t>
            </a:r>
          </a:p>
          <a:p>
            <a:pPr marL="0" indent="0">
              <a:buNone/>
            </a:pPr>
            <a:r>
              <a:rPr lang="es-ES" sz="1600" dirty="0"/>
              <a:t>        </a:t>
            </a:r>
            <a:r>
              <a:rPr lang="es-ES" sz="1600" dirty="0" err="1"/>
              <a:t>for</a:t>
            </a:r>
            <a:r>
              <a:rPr lang="es-ES" sz="1600" dirty="0"/>
              <a:t> e in </a:t>
            </a:r>
            <a:r>
              <a:rPr lang="es-ES" sz="1600" dirty="0" err="1"/>
              <a:t>pygame.event.get</a:t>
            </a:r>
            <a:r>
              <a:rPr lang="es-ES" sz="1600" dirty="0"/>
              <a:t>():</a:t>
            </a:r>
          </a:p>
          <a:p>
            <a:pPr marL="0" indent="0">
              <a:buNone/>
            </a:pPr>
            <a:r>
              <a:rPr lang="es-ES" sz="1600" dirty="0"/>
              <a:t>            </a:t>
            </a:r>
            <a:r>
              <a:rPr lang="es-ES" sz="1600" dirty="0" err="1"/>
              <a:t>if</a:t>
            </a:r>
            <a:r>
              <a:rPr lang="es-ES" sz="1600" dirty="0"/>
              <a:t> </a:t>
            </a:r>
            <a:r>
              <a:rPr lang="es-ES" sz="1600" dirty="0" err="1"/>
              <a:t>e.type</a:t>
            </a:r>
            <a:r>
              <a:rPr lang="es-ES" sz="1600" dirty="0"/>
              <a:t>==</a:t>
            </a:r>
            <a:r>
              <a:rPr lang="es-ES" sz="1600" dirty="0" err="1"/>
              <a:t>pygame.QUIT</a:t>
            </a:r>
            <a:r>
              <a:rPr lang="es-ES" sz="1600" dirty="0"/>
              <a:t>: </a:t>
            </a:r>
            <a:r>
              <a:rPr lang="es-ES" sz="1600" dirty="0" err="1"/>
              <a:t>pygame.quit</a:t>
            </a:r>
            <a:r>
              <a:rPr lang="es-ES" sz="1600" dirty="0"/>
              <a:t>(); </a:t>
            </a:r>
            <a:r>
              <a:rPr lang="es-ES" sz="1600" dirty="0" err="1"/>
              <a:t>quit</a:t>
            </a:r>
            <a:r>
              <a:rPr lang="es-ES" sz="1600" dirty="0"/>
              <a:t>()</a:t>
            </a:r>
          </a:p>
          <a:p>
            <a:pPr marL="0" indent="0">
              <a:buNone/>
            </a:pPr>
            <a:r>
              <a:rPr lang="es-ES" sz="1600" dirty="0"/>
              <a:t>            </a:t>
            </a:r>
            <a:r>
              <a:rPr lang="es-ES" sz="1600" dirty="0" err="1"/>
              <a:t>if</a:t>
            </a:r>
            <a:r>
              <a:rPr lang="es-ES" sz="1600" dirty="0"/>
              <a:t> </a:t>
            </a:r>
            <a:r>
              <a:rPr lang="es-ES" sz="1600" dirty="0" err="1"/>
              <a:t>e.type</a:t>
            </a:r>
            <a:r>
              <a:rPr lang="es-ES" sz="1600" dirty="0"/>
              <a:t>==</a:t>
            </a:r>
            <a:r>
              <a:rPr lang="es-ES" sz="1600" dirty="0" err="1"/>
              <a:t>pygame.KEYDOWN</a:t>
            </a:r>
            <a:r>
              <a:rPr lang="es-ES" sz="1600" dirty="0"/>
              <a:t>: </a:t>
            </a:r>
            <a:r>
              <a:rPr lang="es-ES" sz="1600" dirty="0" err="1"/>
              <a:t>cb</a:t>
            </a:r>
            <a:r>
              <a:rPr lang="es-ES" sz="1600" dirty="0"/>
              <a:t>(); </a:t>
            </a:r>
            <a:r>
              <a:rPr lang="es-ES" sz="1600" dirty="0" err="1"/>
              <a:t>return</a:t>
            </a:r>
            <a:endParaRPr lang="es-ES" sz="1600" dirty="0"/>
          </a:p>
          <a:p>
            <a:pPr marL="0" indent="0">
              <a:buNone/>
            </a:pPr>
            <a:endParaRPr lang="es-ES" sz="1600" dirty="0"/>
          </a:p>
          <a:p>
            <a:pPr marL="0" indent="0">
              <a:buNone/>
            </a:pPr>
            <a:r>
              <a:rPr lang="es-ES" sz="1600" dirty="0" err="1"/>
              <a:t>def</a:t>
            </a:r>
            <a:r>
              <a:rPr lang="es-ES" sz="1600" dirty="0"/>
              <a:t> </a:t>
            </a:r>
            <a:r>
              <a:rPr lang="es-ES" sz="1600" dirty="0" err="1"/>
              <a:t>show_credits</a:t>
            </a:r>
            <a:r>
              <a:rPr lang="es-ES" sz="1600" dirty="0"/>
              <a:t>():</a:t>
            </a:r>
          </a:p>
          <a:p>
            <a:pPr marL="0" indent="0">
              <a:buNone/>
            </a:pPr>
            <a:r>
              <a:rPr lang="es-ES" sz="1600" dirty="0"/>
              <a:t>    </a:t>
            </a:r>
            <a:r>
              <a:rPr lang="es-ES" sz="1600" dirty="0" err="1"/>
              <a:t>AREAJUEGO.fill</a:t>
            </a:r>
            <a:r>
              <a:rPr lang="es-ES" sz="1600" dirty="0"/>
              <a:t>(NEGRO)</a:t>
            </a:r>
          </a:p>
          <a:p>
            <a:pPr marL="0" indent="0">
              <a:buNone/>
            </a:pPr>
            <a:r>
              <a:rPr lang="es-ES" sz="1600" dirty="0"/>
              <a:t>    mensaje('Gracias por jugar compañeros de la FIEE',ANCHO//2,ALTO//2-40)</a:t>
            </a:r>
          </a:p>
          <a:p>
            <a:pPr marL="0" indent="0">
              <a:buNone/>
            </a:pPr>
            <a:r>
              <a:rPr lang="es-ES" sz="1600" dirty="0"/>
              <a:t>    mensaje('Proyecto de POO - </a:t>
            </a:r>
            <a:r>
              <a:rPr lang="es-ES" sz="1600" dirty="0" err="1"/>
              <a:t>Arkanoid</a:t>
            </a:r>
            <a:r>
              <a:rPr lang="es-ES" sz="1600" dirty="0"/>
              <a:t>',ANCHO//2,ALTO//2)</a:t>
            </a:r>
          </a:p>
          <a:p>
            <a:pPr marL="0" indent="0">
              <a:buNone/>
            </a:pPr>
            <a:r>
              <a:rPr lang="es-ES" sz="1600" dirty="0"/>
              <a:t>    mensaje('Presiona cualquier tecla para </a:t>
            </a:r>
            <a:r>
              <a:rPr lang="es-ES" sz="1600" dirty="0" err="1"/>
              <a:t>volver',ANCHO</a:t>
            </a:r>
            <a:r>
              <a:rPr lang="es-ES" sz="1600" dirty="0"/>
              <a:t>//2,ALTO//2+40,25)</a:t>
            </a:r>
          </a:p>
          <a:p>
            <a:pPr marL="0" indent="0">
              <a:buNone/>
            </a:pPr>
            <a:r>
              <a:rPr lang="es-ES" sz="1600" dirty="0"/>
              <a:t>    </a:t>
            </a:r>
            <a:r>
              <a:rPr lang="es-ES" sz="1600" dirty="0" err="1"/>
              <a:t>pygame.display.update</a:t>
            </a:r>
            <a:r>
              <a:rPr lang="es-ES" sz="1600" dirty="0"/>
              <a:t>(); </a:t>
            </a:r>
            <a:r>
              <a:rPr lang="es-ES" sz="1600" dirty="0" err="1"/>
              <a:t>wait_for_key</a:t>
            </a:r>
            <a:r>
              <a:rPr lang="es-ES" sz="1600" dirty="0"/>
              <a:t>(</a:t>
            </a:r>
            <a:r>
              <a:rPr lang="es-ES" sz="1600" dirty="0" err="1"/>
              <a:t>main_menu</a:t>
            </a:r>
            <a:r>
              <a:rPr lang="es-ES" sz="1600" dirty="0"/>
              <a:t>)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3A16B1B-6161-F567-415C-9C129027E480}"/>
              </a:ext>
            </a:extLst>
          </p:cNvPr>
          <p:cNvSpPr/>
          <p:nvPr/>
        </p:nvSpPr>
        <p:spPr>
          <a:xfrm>
            <a:off x="7741920" y="274320"/>
            <a:ext cx="4053840" cy="6035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Créditos </a:t>
            </a:r>
            <a:r>
              <a:rPr lang="es-ES" dirty="0" err="1"/>
              <a:t>show_credits</a:t>
            </a:r>
            <a:r>
              <a:rPr lang="es-ES" dirty="0"/>
              <a:t>() muestra una pantalla de agradecimiento: Agradece a los compañeros de la FIEE. Muestra que es un proyecto de la asignatura de POO.</a:t>
            </a:r>
          </a:p>
          <a:p>
            <a:pPr algn="ctr"/>
            <a:r>
              <a:rPr lang="es-ES" dirty="0"/>
              <a:t>Esto refuerza la presentación del proyecto como un trabajo académico bien desarrollado.</a:t>
            </a:r>
          </a:p>
        </p:txBody>
      </p:sp>
    </p:spTree>
    <p:extLst>
      <p:ext uri="{BB962C8B-B14F-4D97-AF65-F5344CB8AC3E}">
        <p14:creationId xmlns:p14="http://schemas.microsoft.com/office/powerpoint/2010/main" val="1926747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68C05-A124-CE1D-9E3E-005670753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11B4B1-5E0D-75E9-9ECD-E6177C3B3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487680"/>
            <a:ext cx="11399520" cy="5821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400" dirty="0" err="1"/>
              <a:t>def</a:t>
            </a:r>
            <a:r>
              <a:rPr lang="es-ES" sz="1400" dirty="0"/>
              <a:t> </a:t>
            </a:r>
            <a:r>
              <a:rPr lang="es-ES" sz="1400" dirty="0" err="1"/>
              <a:t>level_menu</a:t>
            </a:r>
            <a:r>
              <a:rPr lang="es-ES" sz="1400" dirty="0"/>
              <a:t>():</a:t>
            </a:r>
          </a:p>
          <a:p>
            <a:pPr marL="0" indent="0">
              <a:buNone/>
            </a:pPr>
            <a:r>
              <a:rPr lang="es-ES" sz="1400" dirty="0"/>
              <a:t>    </a:t>
            </a:r>
            <a:r>
              <a:rPr lang="es-ES" sz="1400" dirty="0" err="1"/>
              <a:t>while</a:t>
            </a:r>
            <a:r>
              <a:rPr lang="es-ES" sz="1400" dirty="0"/>
              <a:t> True:</a:t>
            </a:r>
          </a:p>
          <a:p>
            <a:pPr marL="0" indent="0">
              <a:buNone/>
            </a:pPr>
            <a:r>
              <a:rPr lang="es-ES" sz="1400" dirty="0"/>
              <a:t>        </a:t>
            </a:r>
            <a:r>
              <a:rPr lang="es-ES" sz="1400" dirty="0" err="1"/>
              <a:t>AREAJUEGO.fill</a:t>
            </a:r>
            <a:r>
              <a:rPr lang="es-ES" sz="1400" dirty="0"/>
              <a:t>(NEGRO)</a:t>
            </a:r>
          </a:p>
          <a:p>
            <a:pPr marL="0" indent="0">
              <a:buNone/>
            </a:pPr>
            <a:r>
              <a:rPr lang="es-ES" sz="1400" dirty="0"/>
              <a:t>        mensaje('Selecciona el </a:t>
            </a:r>
            <a:r>
              <a:rPr lang="es-ES" sz="1400" dirty="0" err="1"/>
              <a:t>Nivel',ANCHO</a:t>
            </a:r>
            <a:r>
              <a:rPr lang="es-ES" sz="1400" dirty="0"/>
              <a:t>//2,100)</a:t>
            </a:r>
          </a:p>
          <a:p>
            <a:pPr marL="0" indent="0">
              <a:buNone/>
            </a:pPr>
            <a:r>
              <a:rPr lang="es-ES" sz="1400" dirty="0"/>
              <a:t>        mensaje('1. Nivel 1',ANCHO//2,200,30)</a:t>
            </a:r>
          </a:p>
          <a:p>
            <a:pPr marL="0" indent="0">
              <a:buNone/>
            </a:pPr>
            <a:r>
              <a:rPr lang="es-ES" sz="1400" dirty="0"/>
              <a:t>        mensaje('2. Nivel 2',ANCHO//2,250,30)</a:t>
            </a:r>
          </a:p>
          <a:p>
            <a:pPr marL="0" indent="0">
              <a:buNone/>
            </a:pPr>
            <a:r>
              <a:rPr lang="es-ES" sz="1400" dirty="0"/>
              <a:t>        mensaje('3. Nivel 3',ANCHO//2,300,30)</a:t>
            </a:r>
          </a:p>
          <a:p>
            <a:pPr marL="0" indent="0">
              <a:buNone/>
            </a:pPr>
            <a:r>
              <a:rPr lang="es-ES" sz="1400" dirty="0"/>
              <a:t>        </a:t>
            </a:r>
            <a:r>
              <a:rPr lang="es-ES" sz="1400" dirty="0" err="1"/>
              <a:t>pygame.display.update</a:t>
            </a:r>
            <a:r>
              <a:rPr lang="es-ES" sz="1400" dirty="0"/>
              <a:t>()</a:t>
            </a:r>
          </a:p>
          <a:p>
            <a:pPr marL="0" indent="0">
              <a:buNone/>
            </a:pPr>
            <a:r>
              <a:rPr lang="es-ES" sz="1400" dirty="0"/>
              <a:t>        </a:t>
            </a:r>
            <a:r>
              <a:rPr lang="es-ES" sz="1400" dirty="0" err="1"/>
              <a:t>for</a:t>
            </a:r>
            <a:r>
              <a:rPr lang="es-ES" sz="1400" dirty="0"/>
              <a:t> e in </a:t>
            </a:r>
            <a:r>
              <a:rPr lang="es-ES" sz="1400" dirty="0" err="1"/>
              <a:t>pygame.event.get</a:t>
            </a:r>
            <a:r>
              <a:rPr lang="es-ES" sz="1400" dirty="0"/>
              <a:t>():</a:t>
            </a:r>
          </a:p>
          <a:p>
            <a:pPr marL="0" indent="0">
              <a:buNone/>
            </a:pPr>
            <a:r>
              <a:rPr lang="es-ES" sz="1400" dirty="0"/>
              <a:t>            </a:t>
            </a:r>
            <a:r>
              <a:rPr lang="es-ES" sz="1400" dirty="0" err="1"/>
              <a:t>if</a:t>
            </a:r>
            <a:r>
              <a:rPr lang="es-ES" sz="1400" dirty="0"/>
              <a:t> </a:t>
            </a:r>
            <a:r>
              <a:rPr lang="es-ES" sz="1400" dirty="0" err="1"/>
              <a:t>e.type</a:t>
            </a:r>
            <a:r>
              <a:rPr lang="es-ES" sz="1400" dirty="0"/>
              <a:t>==</a:t>
            </a:r>
            <a:r>
              <a:rPr lang="es-ES" sz="1400" dirty="0" err="1"/>
              <a:t>pygame.QUIT</a:t>
            </a:r>
            <a:r>
              <a:rPr lang="es-ES" sz="1400" dirty="0"/>
              <a:t>: </a:t>
            </a:r>
            <a:r>
              <a:rPr lang="es-ES" sz="1400" dirty="0" err="1"/>
              <a:t>pygame.quit</a:t>
            </a:r>
            <a:r>
              <a:rPr lang="es-ES" sz="1400" dirty="0"/>
              <a:t>(); </a:t>
            </a:r>
            <a:r>
              <a:rPr lang="es-ES" sz="1400" dirty="0" err="1"/>
              <a:t>quit</a:t>
            </a:r>
            <a:r>
              <a:rPr lang="es-ES" sz="1400" dirty="0"/>
              <a:t>()</a:t>
            </a:r>
          </a:p>
          <a:p>
            <a:pPr marL="0" indent="0">
              <a:buNone/>
            </a:pPr>
            <a:r>
              <a:rPr lang="es-ES" sz="1400" dirty="0"/>
              <a:t>            </a:t>
            </a:r>
            <a:r>
              <a:rPr lang="es-ES" sz="1400" dirty="0" err="1"/>
              <a:t>if</a:t>
            </a:r>
            <a:r>
              <a:rPr lang="es-ES" sz="1400" dirty="0"/>
              <a:t> </a:t>
            </a:r>
            <a:r>
              <a:rPr lang="es-ES" sz="1400" dirty="0" err="1"/>
              <a:t>e.type</a:t>
            </a:r>
            <a:r>
              <a:rPr lang="es-ES" sz="1400" dirty="0"/>
              <a:t>==</a:t>
            </a:r>
            <a:r>
              <a:rPr lang="es-ES" sz="1400" dirty="0" err="1"/>
              <a:t>pygame.KEYDOWN</a:t>
            </a:r>
            <a:r>
              <a:rPr lang="es-ES" sz="1400" dirty="0"/>
              <a:t> and </a:t>
            </a:r>
            <a:r>
              <a:rPr lang="es-ES" sz="1400" dirty="0" err="1"/>
              <a:t>e.key</a:t>
            </a:r>
            <a:r>
              <a:rPr lang="es-ES" sz="1400" dirty="0"/>
              <a:t> in (pygame.K_1,pygame.K_2,pygame.K_3):</a:t>
            </a:r>
          </a:p>
          <a:p>
            <a:pPr marL="0" indent="0">
              <a:buNone/>
            </a:pPr>
            <a:r>
              <a:rPr lang="es-ES" sz="1400" dirty="0"/>
              <a:t>                </a:t>
            </a:r>
            <a:r>
              <a:rPr lang="es-ES" sz="1400" dirty="0" err="1"/>
              <a:t>success,vidas</a:t>
            </a:r>
            <a:r>
              <a:rPr lang="es-ES" sz="1400" dirty="0"/>
              <a:t>=</a:t>
            </a:r>
            <a:r>
              <a:rPr lang="es-ES" sz="1400" dirty="0" err="1"/>
              <a:t>game_loop</a:t>
            </a:r>
            <a:r>
              <a:rPr lang="es-ES" sz="1400" dirty="0"/>
              <a:t>(</a:t>
            </a:r>
            <a:r>
              <a:rPr lang="es-ES" sz="1400" dirty="0" err="1"/>
              <a:t>int</a:t>
            </a:r>
            <a:r>
              <a:rPr lang="es-ES" sz="1400" dirty="0"/>
              <a:t>(</a:t>
            </a:r>
            <a:r>
              <a:rPr lang="es-ES" sz="1400" dirty="0" err="1"/>
              <a:t>e.unicode</a:t>
            </a:r>
            <a:r>
              <a:rPr lang="es-ES" sz="1400" dirty="0"/>
              <a:t>),3)</a:t>
            </a:r>
          </a:p>
          <a:p>
            <a:pPr marL="0" indent="0">
              <a:buNone/>
            </a:pPr>
            <a:r>
              <a:rPr lang="es-ES" sz="1400" dirty="0"/>
              <a:t>                </a:t>
            </a:r>
            <a:r>
              <a:rPr lang="es-ES" sz="1400" dirty="0" err="1"/>
              <a:t>time.sleep</a:t>
            </a:r>
            <a:r>
              <a:rPr lang="es-ES" sz="1400" dirty="0"/>
              <a:t>(1); break</a:t>
            </a:r>
          </a:p>
          <a:p>
            <a:pPr marL="0" indent="0">
              <a:buNone/>
            </a:pPr>
            <a:r>
              <a:rPr lang="es-ES" sz="1400" dirty="0"/>
              <a:t>        </a:t>
            </a:r>
            <a:r>
              <a:rPr lang="es-ES" sz="1400" dirty="0" err="1"/>
              <a:t>else</a:t>
            </a:r>
            <a:r>
              <a:rPr lang="es-ES" sz="1400" dirty="0"/>
              <a:t>: continue</a:t>
            </a:r>
          </a:p>
          <a:p>
            <a:pPr marL="0" indent="0">
              <a:buNone/>
            </a:pPr>
            <a:r>
              <a:rPr lang="es-ES" sz="1400" dirty="0"/>
              <a:t>        break</a:t>
            </a:r>
          </a:p>
          <a:p>
            <a:pPr marL="0" indent="0">
              <a:buNone/>
            </a:pPr>
            <a:r>
              <a:rPr lang="es-ES" sz="1400" dirty="0"/>
              <a:t>    </a:t>
            </a:r>
            <a:r>
              <a:rPr lang="es-ES" sz="1400" dirty="0" err="1"/>
              <a:t>main_menu</a:t>
            </a:r>
            <a:r>
              <a:rPr lang="es-ES" sz="1400" dirty="0"/>
              <a:t>()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052B924-FA46-B57F-E64E-C8F1BF07A230}"/>
              </a:ext>
            </a:extLst>
          </p:cNvPr>
          <p:cNvSpPr/>
          <p:nvPr/>
        </p:nvSpPr>
        <p:spPr>
          <a:xfrm>
            <a:off x="7355840" y="335280"/>
            <a:ext cx="4439920" cy="6035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dirty="0" err="1"/>
              <a:t>level_menu</a:t>
            </a:r>
            <a:r>
              <a:rPr lang="es-ES" dirty="0"/>
              <a:t>() permite elegir entre Nivel 1, 2 o 3.</a:t>
            </a:r>
          </a:p>
          <a:p>
            <a:pPr algn="just"/>
            <a:r>
              <a:rPr lang="es-ES" dirty="0"/>
              <a:t>Se muestra un mensaje con las opciones.</a:t>
            </a:r>
          </a:p>
          <a:p>
            <a:pPr algn="just"/>
            <a:r>
              <a:rPr lang="es-ES" dirty="0"/>
              <a:t>Si se presiona una tecla válida, se llama a </a:t>
            </a:r>
            <a:r>
              <a:rPr lang="es-ES" dirty="0" err="1"/>
              <a:t>game_loop</a:t>
            </a:r>
            <a:r>
              <a:rPr lang="es-ES" dirty="0"/>
              <a:t>() con el nivel correspondiente y 3 vidas.</a:t>
            </a:r>
          </a:p>
          <a:p>
            <a:pPr algn="just"/>
            <a:r>
              <a:rPr lang="es-ES" dirty="0"/>
              <a:t>Este menú da control total al jugador sobre su experiencia.</a:t>
            </a:r>
          </a:p>
        </p:txBody>
      </p:sp>
    </p:spTree>
    <p:extLst>
      <p:ext uri="{BB962C8B-B14F-4D97-AF65-F5344CB8AC3E}">
        <p14:creationId xmlns:p14="http://schemas.microsoft.com/office/powerpoint/2010/main" val="3423473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33A6E-23CF-B055-7933-FA6743D60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C99367-28D1-6A4E-9019-B573F1635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487680"/>
            <a:ext cx="11399520" cy="582168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err="1"/>
              <a:t>def</a:t>
            </a:r>
            <a:r>
              <a:rPr lang="es-ES" dirty="0"/>
              <a:t> </a:t>
            </a:r>
            <a:r>
              <a:rPr lang="es-ES" dirty="0" err="1"/>
              <a:t>main_menu</a:t>
            </a:r>
            <a:r>
              <a:rPr lang="es-ES" dirty="0"/>
              <a:t>():</a:t>
            </a:r>
          </a:p>
          <a:p>
            <a:pPr marL="0" indent="0">
              <a:buNone/>
            </a:pPr>
            <a:r>
              <a:rPr lang="es-ES" dirty="0"/>
              <a:t>    </a:t>
            </a:r>
            <a:r>
              <a:rPr lang="es-ES" dirty="0" err="1"/>
              <a:t>while</a:t>
            </a:r>
            <a:r>
              <a:rPr lang="es-ES" dirty="0"/>
              <a:t> True: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AREAJUEGO.fill</a:t>
            </a:r>
            <a:r>
              <a:rPr lang="es-ES" dirty="0"/>
              <a:t>(NEGRO)</a:t>
            </a:r>
          </a:p>
          <a:p>
            <a:pPr marL="0" indent="0">
              <a:buNone/>
            </a:pPr>
            <a:r>
              <a:rPr lang="es-ES" dirty="0"/>
              <a:t>        mensaje('JUEGUITOFIEE',ANCHO//2,100)</a:t>
            </a:r>
          </a:p>
          <a:p>
            <a:pPr marL="0" indent="0">
              <a:buNone/>
            </a:pPr>
            <a:r>
              <a:rPr lang="es-ES" dirty="0"/>
              <a:t>        mensaje('1. </a:t>
            </a:r>
            <a:r>
              <a:rPr lang="es-ES" dirty="0" err="1"/>
              <a:t>Jugar',ANCHO</a:t>
            </a:r>
            <a:r>
              <a:rPr lang="es-ES" dirty="0"/>
              <a:t>//2,200,30)</a:t>
            </a:r>
          </a:p>
          <a:p>
            <a:pPr marL="0" indent="0">
              <a:buNone/>
            </a:pPr>
            <a:r>
              <a:rPr lang="es-ES" dirty="0"/>
              <a:t>        mensaje('2. </a:t>
            </a:r>
            <a:r>
              <a:rPr lang="es-ES" dirty="0" err="1"/>
              <a:t>Créditos',ANCHO</a:t>
            </a:r>
            <a:r>
              <a:rPr lang="es-ES" dirty="0"/>
              <a:t>//2,250,30)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pygame.display.update</a:t>
            </a:r>
            <a:r>
              <a:rPr lang="es-ES" dirty="0"/>
              <a:t>()</a:t>
            </a:r>
          </a:p>
          <a:p>
            <a:pPr marL="0" indent="0">
              <a:buNone/>
            </a:pPr>
            <a:r>
              <a:rPr lang="es-ES" dirty="0"/>
              <a:t>        </a:t>
            </a:r>
            <a:r>
              <a:rPr lang="es-ES" dirty="0" err="1"/>
              <a:t>for</a:t>
            </a:r>
            <a:r>
              <a:rPr lang="es-ES" dirty="0"/>
              <a:t> e in </a:t>
            </a:r>
            <a:r>
              <a:rPr lang="es-ES" dirty="0" err="1"/>
              <a:t>pygame.event.get</a:t>
            </a:r>
            <a:r>
              <a:rPr lang="es-ES" dirty="0"/>
              <a:t>():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e.type</a:t>
            </a:r>
            <a:r>
              <a:rPr lang="es-ES" dirty="0"/>
              <a:t>==</a:t>
            </a:r>
            <a:r>
              <a:rPr lang="es-ES" dirty="0" err="1"/>
              <a:t>pygame.QUIT</a:t>
            </a:r>
            <a:r>
              <a:rPr lang="es-ES" dirty="0"/>
              <a:t>: </a:t>
            </a:r>
            <a:r>
              <a:rPr lang="es-ES" dirty="0" err="1"/>
              <a:t>pygame.quit</a:t>
            </a:r>
            <a:r>
              <a:rPr lang="es-ES" dirty="0"/>
              <a:t>(); </a:t>
            </a:r>
            <a:r>
              <a:rPr lang="es-ES" dirty="0" err="1"/>
              <a:t>quit</a:t>
            </a:r>
            <a:r>
              <a:rPr lang="es-ES" dirty="0"/>
              <a:t>()</a:t>
            </a:r>
          </a:p>
          <a:p>
            <a:pPr marL="0" indent="0">
              <a:buNone/>
            </a:pPr>
            <a:r>
              <a:rPr lang="es-ES" dirty="0"/>
              <a:t>        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e.type</a:t>
            </a:r>
            <a:r>
              <a:rPr lang="es-ES" dirty="0"/>
              <a:t>==</a:t>
            </a:r>
            <a:r>
              <a:rPr lang="es-ES" dirty="0" err="1"/>
              <a:t>pygame.KEYDOWN</a:t>
            </a:r>
            <a:r>
              <a:rPr lang="es-ES" dirty="0"/>
              <a:t>:</a:t>
            </a:r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e.key</a:t>
            </a:r>
            <a:r>
              <a:rPr lang="es-ES" dirty="0"/>
              <a:t>==pygame.K_1: </a:t>
            </a:r>
            <a:r>
              <a:rPr lang="es-ES" dirty="0" err="1"/>
              <a:t>level_menu</a:t>
            </a:r>
            <a:r>
              <a:rPr lang="es-ES" dirty="0"/>
              <a:t>(); </a:t>
            </a:r>
            <a:r>
              <a:rPr lang="es-ES" dirty="0" err="1"/>
              <a:t>return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              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e.key</a:t>
            </a:r>
            <a:r>
              <a:rPr lang="es-ES" dirty="0"/>
              <a:t>==pygame.K_2: </a:t>
            </a:r>
            <a:r>
              <a:rPr lang="es-ES" dirty="0" err="1"/>
              <a:t>show_credits</a:t>
            </a:r>
            <a:r>
              <a:rPr lang="es-ES" dirty="0"/>
              <a:t>(); </a:t>
            </a:r>
            <a:r>
              <a:rPr lang="es-ES" dirty="0" err="1"/>
              <a:t>return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err="1"/>
              <a:t>def</a:t>
            </a:r>
            <a:r>
              <a:rPr lang="es-ES" dirty="0"/>
              <a:t> </a:t>
            </a:r>
            <a:r>
              <a:rPr lang="es-ES" dirty="0" err="1"/>
              <a:t>main</a:t>
            </a:r>
            <a:r>
              <a:rPr lang="es-ES" dirty="0"/>
              <a:t>(): </a:t>
            </a:r>
            <a:r>
              <a:rPr lang="es-ES" dirty="0" err="1"/>
              <a:t>main_menu</a:t>
            </a:r>
            <a:r>
              <a:rPr lang="es-ES" dirty="0"/>
              <a:t>()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err="1"/>
              <a:t>if</a:t>
            </a:r>
            <a:r>
              <a:rPr lang="es-ES" dirty="0"/>
              <a:t> __</a:t>
            </a:r>
            <a:r>
              <a:rPr lang="es-ES" dirty="0" err="1"/>
              <a:t>name</a:t>
            </a:r>
            <a:r>
              <a:rPr lang="es-ES" dirty="0"/>
              <a:t>__=='__</a:t>
            </a:r>
            <a:r>
              <a:rPr lang="es-ES" dirty="0" err="1"/>
              <a:t>main</a:t>
            </a:r>
            <a:r>
              <a:rPr lang="es-ES" dirty="0"/>
              <a:t>__': </a:t>
            </a:r>
            <a:r>
              <a:rPr lang="es-ES" dirty="0" err="1"/>
              <a:t>main</a:t>
            </a:r>
            <a:r>
              <a:rPr lang="es-ES" dirty="0"/>
              <a:t>()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774AB39-6FCC-06D2-EABF-D6688C388217}"/>
              </a:ext>
            </a:extLst>
          </p:cNvPr>
          <p:cNvSpPr/>
          <p:nvPr/>
        </p:nvSpPr>
        <p:spPr>
          <a:xfrm>
            <a:off x="6918960" y="487680"/>
            <a:ext cx="4368800" cy="58216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" sz="2000" dirty="0"/>
              <a:t>Menú principal y ejecución: Aquí está el menú principal con dos opciones: "Jugar", que lleva al menú de niveles.</a:t>
            </a:r>
          </a:p>
          <a:p>
            <a:pPr algn="just"/>
            <a:r>
              <a:rPr lang="es-ES" sz="2000" dirty="0"/>
              <a:t>"Créditos", que muestra los agradecimientos.</a:t>
            </a:r>
          </a:p>
          <a:p>
            <a:pPr algn="just"/>
            <a:r>
              <a:rPr lang="es-ES" sz="2000" dirty="0"/>
              <a:t>Finalmente, el bloque </a:t>
            </a:r>
            <a:r>
              <a:rPr lang="es-ES" sz="2000" dirty="0" err="1"/>
              <a:t>if</a:t>
            </a:r>
            <a:r>
              <a:rPr lang="es-ES" sz="2000" dirty="0"/>
              <a:t> __</a:t>
            </a:r>
            <a:r>
              <a:rPr lang="es-ES" sz="2000" dirty="0" err="1"/>
              <a:t>name</a:t>
            </a:r>
            <a:r>
              <a:rPr lang="es-ES" sz="2000" dirty="0"/>
              <a:t>__ == '__</a:t>
            </a:r>
            <a:r>
              <a:rPr lang="es-ES" sz="2000" dirty="0" err="1"/>
              <a:t>main</a:t>
            </a:r>
            <a:r>
              <a:rPr lang="es-ES" sz="2000" dirty="0"/>
              <a:t>__': </a:t>
            </a:r>
            <a:r>
              <a:rPr lang="es-ES" sz="2000" dirty="0" err="1"/>
              <a:t>main</a:t>
            </a:r>
            <a:r>
              <a:rPr lang="es-ES" sz="2000" dirty="0"/>
              <a:t>() se asegura de que el juego comience correctamente cuando se ejecuta el archivo.</a:t>
            </a:r>
          </a:p>
        </p:txBody>
      </p:sp>
    </p:spTree>
    <p:extLst>
      <p:ext uri="{BB962C8B-B14F-4D97-AF65-F5344CB8AC3E}">
        <p14:creationId xmlns:p14="http://schemas.microsoft.com/office/powerpoint/2010/main" val="24656003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190</TotalTime>
  <Words>2806</Words>
  <Application>Microsoft Office PowerPoint</Application>
  <PresentationFormat>Panorámica</PresentationFormat>
  <Paragraphs>243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Aparajita</vt:lpstr>
      <vt:lpstr>Century Gothic</vt:lpstr>
      <vt:lpstr>Wingdings 3</vt:lpstr>
      <vt:lpstr>Ion</vt:lpstr>
      <vt:lpstr>CACHIMBLOQUES: HERRAMIENTA LÚDICA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Ever Altamirano</dc:creator>
  <cp:lastModifiedBy>LUIS EDUARDO CUYATE MIMBELA</cp:lastModifiedBy>
  <cp:revision>2</cp:revision>
  <dcterms:created xsi:type="dcterms:W3CDTF">2025-06-27T00:16:23Z</dcterms:created>
  <dcterms:modified xsi:type="dcterms:W3CDTF">2025-06-27T03:31:16Z</dcterms:modified>
</cp:coreProperties>
</file>