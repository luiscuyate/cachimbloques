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urier Prime" charset="1" panose="00000509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2704575"/>
            <a:ext cx="11326739" cy="2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CACHIMBLOQUES{</a:t>
            </a:r>
          </a:p>
          <a:p>
            <a:pPr algn="l">
              <a:lnSpc>
                <a:spcPts val="1039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15791" y="7091193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912" y="5790868"/>
            <a:ext cx="10747189" cy="78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&lt;Por="Grupo_7"/&gt;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1687047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&lt;!--Programación Orientada a Objetos--&gt;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9" id="9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528405" y="3352830"/>
            <a:ext cx="5209578" cy="3478470"/>
          </a:xfrm>
          <a:custGeom>
            <a:avLst/>
            <a:gdLst/>
            <a:ahLst/>
            <a:cxnLst/>
            <a:rect r="r" b="b" t="t" l="l"/>
            <a:pathLst>
              <a:path h="3478470" w="5209578">
                <a:moveTo>
                  <a:pt x="0" y="0"/>
                </a:moveTo>
                <a:lnTo>
                  <a:pt x="5209579" y="0"/>
                </a:lnTo>
                <a:lnTo>
                  <a:pt x="5209579" y="3478470"/>
                </a:lnTo>
                <a:lnTo>
                  <a:pt x="0" y="347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Gameplay y niveles {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372" y="2072243"/>
            <a:ext cx="6988679" cy="73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CACHIMBLOQUES es un videojuego tipo Arkanoid, creado en Python con la librería Pygame.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Combina humor, cultura universitaria peruana y programación orientada a objetos.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🔹 Objetivo del juego: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Romper todos los bloques sin perder todas las vidas.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🔹 Inspiración: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El estrés de los exámenes, el clásico “¡jalado!”… y la eterna lucha del cachimbo.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🔹 Lenguaje y herramientas: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Python, Pygame, diseño modular, manejo de eventos, imágenes, sonidos y música.</a:t>
            </a: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5897880" y="4494276"/>
            <a:ext cx="6492240" cy="1298448"/>
          </a:xfrm>
          <a:prstGeom prst="line">
            <a:avLst/>
          </a:prstGeom>
          <a:ln cap="flat" w="3810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74385"/>
            <a:ext cx="9645542" cy="2598034"/>
            <a:chOff x="0" y="0"/>
            <a:chExt cx="3518720" cy="947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990459"/>
            <a:ext cx="9645542" cy="2598034"/>
            <a:chOff x="0" y="0"/>
            <a:chExt cx="3518720" cy="947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rot="5400000">
            <a:off x="-232217" y="4135302"/>
            <a:ext cx="2598034" cy="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400000">
            <a:off x="-232217" y="7251376"/>
            <a:ext cx="2598034" cy="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¿Cómo se juega?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9030" y="3317748"/>
            <a:ext cx="8524589" cy="1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controla una paleta con el teclado para evitar que la bola caiga.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Hay 3 niveles con diferentes estructuras de bloques.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09030" y="6262396"/>
            <a:ext cx="8524589" cy="182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Si se rompen todos, se gana. Si se pierden todas las vidas, se pierde.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calcula una puntuación según bloques destruidos y vidas restantes.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 flipH="true">
            <a:off x="1066800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968076" y="3814675"/>
            <a:ext cx="6803652" cy="3622945"/>
          </a:xfrm>
          <a:custGeom>
            <a:avLst/>
            <a:gdLst/>
            <a:ahLst/>
            <a:cxnLst/>
            <a:rect r="r" b="b" t="t" l="l"/>
            <a:pathLst>
              <a:path h="3622945" w="6803652">
                <a:moveTo>
                  <a:pt x="0" y="0"/>
                </a:moveTo>
                <a:lnTo>
                  <a:pt x="6803652" y="0"/>
                </a:lnTo>
                <a:lnTo>
                  <a:pt x="6803652" y="3622945"/>
                </a:lnTo>
                <a:lnTo>
                  <a:pt x="0" y="3622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¿Cómo funciona la resolución logica?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9176" y="4481002"/>
            <a:ext cx="8524589" cy="254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Usamos una superficie lógica de 900x600 píxeles.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Todo se dibuja ahí, y luego se reescala a la ventana real.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Esto permite que el juego se vea bien en cualquier pantalla.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0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Que funciones de Pygame utilizamos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108" y="3859149"/>
            <a:ext cx="8524589" cy="29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🔹Inicialización y configuración: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pygame.init() – Inicia todos los módulos necesarios.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pygame.display.set_mode() – Crea la ventana redimensionable.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pygame.display.set_caption() – Define el título de la ventana.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07262" y="2874385"/>
            <a:ext cx="9645542" cy="5781935"/>
            <a:chOff x="0" y="0"/>
            <a:chExt cx="3518720" cy="21092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10" id="10"/>
          <p:cNvSpPr/>
          <p:nvPr/>
        </p:nvSpPr>
        <p:spPr>
          <a:xfrm>
            <a:off x="9407262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407262" y="3678174"/>
            <a:ext cx="8524589" cy="327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🔹🔹 Gráficos y superficies: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pygame.Surface() – Superficie lógica donde dibujamos el juego.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pygame.image.load() – Carga imágenes.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pygame.transform.smoothscale() – Escala superficies suavemente.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surface.blit() – Dibuja una superficie sobre otra.</a:t>
            </a:r>
          </a:p>
          <a:p>
            <a:pPr algn="just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0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Que funciones de Pygame utilizamos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108" y="3859149"/>
            <a:ext cx="8524589" cy="363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Entrada y eventos: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pygame.event.get() – Captura eventos del teclado, mouse y ventana.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pygame.KEYDOWN, pygame.KEYUP, pygame.MOUSEBUTTONDOWN – Eventos de interacción.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pygame.quit() – Cierra el juego de forma segura.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07262" y="2874385"/>
            <a:ext cx="9645542" cy="5781935"/>
            <a:chOff x="0" y="0"/>
            <a:chExt cx="3518720" cy="21092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10" id="10"/>
          <p:cNvSpPr/>
          <p:nvPr/>
        </p:nvSpPr>
        <p:spPr>
          <a:xfrm>
            <a:off x="9407262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407262" y="3231399"/>
            <a:ext cx="8524589" cy="218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Colisiones y movimiento: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pygame.Rect() – Define rectángulos para colisiones.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r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ect.colliderect() – Detecta colisión entre objetos.</a:t>
            </a: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07262" y="5667375"/>
            <a:ext cx="8524589" cy="29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Sonido y música: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pygame.mixer.init() – Inicializa el sistema de audio.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pygame.mixer.music.load() / .play() / .stop() – Controla música de fondo.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e.mixer.Sound() / .play() – Carga y reproduce efectos de sonido.</a:t>
            </a:r>
          </a:p>
          <a:p>
            <a:pPr algn="just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0977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4020977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Que funciones de Pygame utilizamos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3085" y="3859149"/>
            <a:ext cx="8524589" cy="29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Control del juego: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pygame.time.Clock() – Controla la velocidad del juego (FPS).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clock.tick(FPS) – Limita los frames por segundo.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>
            <a:off x="13428239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0977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4020977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Conclusión y mejoras futuras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62313" y="3089148"/>
            <a:ext cx="8524589" cy="616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Conclusión del proyecto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CACHIMBLOQUES fue un proyecto completo que integró programación, diseño, lógica de juego y creatividad.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Aprendimos a usar Pygame de forma modular, creando pantallas independientes, manejando eventos, colisiones, sonidos y música.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juego tiene una identidad visual clara, con referencias a la vida universitaria, imágenes personalizadas, música dinámica y una experiencia intuitiva.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Nos enfocamos no solo en que funcione, sino en que sea agradable de jugar y fácil de entender.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>
            <a:off x="13428239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0977" y="2874385"/>
            <a:ext cx="9645542" cy="5781935"/>
            <a:chOff x="0" y="0"/>
            <a:chExt cx="3518720" cy="210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2109265"/>
            </a:xfrm>
            <a:custGeom>
              <a:avLst/>
              <a:gdLst/>
              <a:ahLst/>
              <a:cxnLst/>
              <a:rect r="r" b="b" t="t" l="l"/>
              <a:pathLst>
                <a:path h="210926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4020977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Conclusión y mejoras futuras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62313" y="3576127"/>
            <a:ext cx="8524589" cy="435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Mejoras futuras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Guardar puntajes: para agregar competitividad entre jugadores.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Power-ups: como vida extra o paleta más grande.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Animaciones o efectos: al destruir bloques o cambiar de nivel.</a:t>
            </a:r>
          </a:p>
          <a:p>
            <a:pPr algn="just" marL="518160" indent="-259080" lvl="1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Más niveles: con diseños más complejos o dinámicos.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>
            <a:off x="13428239" y="2874385"/>
            <a:ext cx="0" cy="5457395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3245316"/>
            <a:ext cx="10718760" cy="13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Gracias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5791" y="6536903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912" y="5236577"/>
            <a:ext cx="10747189" cy="78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&lt;Por="Grupo 7"/&gt;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2085555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&lt;!--Programación Orientada a Objetos--&gt;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DAGrk-oiFjU</dc:identifier>
  <dcterms:modified xsi:type="dcterms:W3CDTF">2011-08-01T06:04:30Z</dcterms:modified>
  <cp:revision>1</cp:revision>
  <dc:title>Presentación Técnica Código Programación Minimalista Gris</dc:title>
</cp:coreProperties>
</file>